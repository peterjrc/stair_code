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2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D49F"/>
    <a:srgbClr val="DAF0D4"/>
    <a:srgbClr val="EDB5AC"/>
    <a:srgbClr val="F3F3F6"/>
    <a:srgbClr val="F6F6F6"/>
    <a:srgbClr val="F0EEEF"/>
    <a:srgbClr val="F4F6F0"/>
    <a:srgbClr val="ECF7B1"/>
    <a:srgbClr val="DBE9E3"/>
    <a:srgbClr val="FFEF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7"/>
    <p:restoredTop sz="96281"/>
  </p:normalViewPr>
  <p:slideViewPr>
    <p:cSldViewPr snapToGrid="0" snapToObjects="1">
      <p:cViewPr>
        <p:scale>
          <a:sx n="110" d="100"/>
          <a:sy n="110" d="100"/>
        </p:scale>
        <p:origin x="87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589D60-9722-B34D-991A-9FF6BEA1D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2C4FE1-2404-964B-B416-241D8848F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F0ABD3-7347-7447-9FF0-5D70DB36B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94DD-4B86-8844-B869-78B395E0B79E}" type="datetimeFigureOut">
              <a:rPr kumimoji="1" lang="zh-CN" altLang="en-US" smtClean="0"/>
              <a:t>2025/5/12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30EB54-5051-AB41-BF9A-B8A030F98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6E42DD-F86B-0D48-B483-364ACF85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59DF-5FBD-D642-8FAB-A2DA9B8BCC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855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B40F53-A10C-4843-A40A-F9C115CD9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9DE5FD-B615-8442-8F19-227692213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9A41B0-73AB-754D-BE6C-AB2F73239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94DD-4B86-8844-B869-78B395E0B79E}" type="datetimeFigureOut">
              <a:rPr kumimoji="1" lang="zh-CN" altLang="en-US" smtClean="0"/>
              <a:t>2025/5/12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A0EECE-883A-734A-B165-2CBFCDB8A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9C72CA-6B21-984B-B5F4-8ACD93EB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59DF-5FBD-D642-8FAB-A2DA9B8BCC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5411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82EEDD-B355-964B-AF6C-2378EB6CD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1DA4C7-33CB-3342-9F69-B3C70B080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B81C38-7B55-8949-8202-EB4D4F505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94DD-4B86-8844-B869-78B395E0B79E}" type="datetimeFigureOut">
              <a:rPr kumimoji="1" lang="zh-CN" altLang="en-US" smtClean="0"/>
              <a:t>2025/5/12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79B916-CEBE-AF4B-B287-EF624F24D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3F0B65-F91A-764F-86DB-8A549C6DE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59DF-5FBD-D642-8FAB-A2DA9B8BCC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6362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9670AC-EEF4-C441-80A8-322E4404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C2312B-178F-9647-838C-0CC6737D9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5DAE1E-327B-5B46-86EB-370E30B61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2F1396-CD26-E644-B1AF-2DE420332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94DD-4B86-8844-B869-78B395E0B79E}" type="datetimeFigureOut">
              <a:rPr kumimoji="1" lang="zh-CN" altLang="en-US" smtClean="0"/>
              <a:t>2025/5/12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431E53-5438-6542-8B15-3BFEEAC0E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FB164D-1CD3-C147-9444-9207AEDB7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59DF-5FBD-D642-8FAB-A2DA9B8BCC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312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791401-E844-F64B-9242-6386DAE84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EFE05D-CF55-3348-906A-81DE7B154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AC9932-0152-BB43-9E9C-FF36684A0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6A23323-515E-1F46-AF9A-A1158B1CA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BCCFC53-267F-9040-932A-888FF7AA2E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24A9962-17F0-3042-8F86-2D6B72842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94DD-4B86-8844-B869-78B395E0B79E}" type="datetimeFigureOut">
              <a:rPr kumimoji="1" lang="zh-CN" altLang="en-US" smtClean="0"/>
              <a:t>2025/5/12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BCDEF9B-A621-DD41-96AA-69C4FF154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C852F49-FF99-8241-A67E-543F7DE01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59DF-5FBD-D642-8FAB-A2DA9B8BCC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407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7C6446-1A56-4E43-BF13-2023FE352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F68B6DB-01C0-D44F-8A50-DD6250E41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94DD-4B86-8844-B869-78B395E0B79E}" type="datetimeFigureOut">
              <a:rPr kumimoji="1" lang="zh-CN" altLang="en-US" smtClean="0"/>
              <a:t>2025/5/12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C52A7F6-70EE-5C48-A3E2-8253BBF64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883008-8680-984C-A474-C33FE9FA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59DF-5FBD-D642-8FAB-A2DA9B8BCC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5254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87D122F-9FCA-744C-9D49-550E2A296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94DD-4B86-8844-B869-78B395E0B79E}" type="datetimeFigureOut">
              <a:rPr kumimoji="1" lang="zh-CN" altLang="en-US" smtClean="0"/>
              <a:t>2025/5/12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39A3DA6-8594-9245-8656-8D0E1AF94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C01F92-3E63-6C4E-BCDB-77F786B38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59DF-5FBD-D642-8FAB-A2DA9B8BCC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7103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EC6132-6A3A-1A4C-AFAA-72644E5EE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DED411-2658-0046-970B-9491C5B6A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BCDDA6-2F39-6A40-9432-8EBB4ED16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FFD3E4-068B-9540-959D-34F382815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94DD-4B86-8844-B869-78B395E0B79E}" type="datetimeFigureOut">
              <a:rPr kumimoji="1" lang="zh-CN" altLang="en-US" smtClean="0"/>
              <a:t>2025/5/12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996304-EC55-6C47-9394-64BA1C07C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A33423-DEFC-8440-B872-F9A1D6D57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59DF-5FBD-D642-8FAB-A2DA9B8BCC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9176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AAC5FF-F423-2245-914A-53A365B21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969F3B7-A843-2745-AD93-2D0AA745DF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170162-24D7-9248-99AE-D9F2C928C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0F3A48-0974-3C4B-B00E-F93C565F8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94DD-4B86-8844-B869-78B395E0B79E}" type="datetimeFigureOut">
              <a:rPr kumimoji="1" lang="zh-CN" altLang="en-US" smtClean="0"/>
              <a:t>2025/5/12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CDF75D-CC08-B547-A988-F5D03B425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4C47AD-A14B-1945-8654-1E7104D3D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59DF-5FBD-D642-8FAB-A2DA9B8BCC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3816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59E71B-1359-7B4A-B99E-125F49F17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9CCB16-FA17-7841-8F71-FCDD6D7CB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50BB75-34E3-C54D-A3BD-1569766B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94DD-4B86-8844-B869-78B395E0B79E}" type="datetimeFigureOut">
              <a:rPr kumimoji="1" lang="zh-CN" altLang="en-US" smtClean="0"/>
              <a:t>2025/5/12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48F6BD-479E-9041-A481-70ED7DF4C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BDDA42-2460-A64B-B752-209640637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59DF-5FBD-D642-8FAB-A2DA9B8BCC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0496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C3EC341-72DD-0E49-B9F0-B56AD44B4A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918C2F-646C-6E44-89FF-F99ACA3E9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912BE0-9D04-0E49-A7D3-AF359C656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94DD-4B86-8844-B869-78B395E0B79E}" type="datetimeFigureOut">
              <a:rPr kumimoji="1" lang="zh-CN" altLang="en-US" smtClean="0"/>
              <a:t>2025/5/12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0B9A5-AE41-CE42-BBD3-07AE28463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63B0C9-3086-D244-8C41-953B9CDC0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59DF-5FBD-D642-8FAB-A2DA9B8BCC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1946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D681451-D3D1-7241-A92E-ECD4A9D5F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A7BC69-5501-1F4F-9BA2-F9FA7F18E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5D436D-0840-E043-9C7B-F5EEA314D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294DD-4B86-8844-B869-78B395E0B79E}" type="datetimeFigureOut">
              <a:rPr kumimoji="1" lang="zh-CN" altLang="en-US" smtClean="0"/>
              <a:t>2025/5/12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FE390E-21A0-A440-A1ED-750E09AFE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B061CC-96BD-7F48-8739-CDBDEE15BF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B59DF-5FBD-D642-8FAB-A2DA9B8BCC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69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任意形状 253">
            <a:extLst>
              <a:ext uri="{FF2B5EF4-FFF2-40B4-BE49-F238E27FC236}">
                <a16:creationId xmlns:a16="http://schemas.microsoft.com/office/drawing/2014/main" id="{FF28DD9E-619C-9249-904A-C4182F55178A}"/>
              </a:ext>
            </a:extLst>
          </p:cNvPr>
          <p:cNvSpPr/>
          <p:nvPr/>
        </p:nvSpPr>
        <p:spPr>
          <a:xfrm>
            <a:off x="485744" y="829347"/>
            <a:ext cx="4970346" cy="5187600"/>
          </a:xfrm>
          <a:custGeom>
            <a:avLst/>
            <a:gdLst>
              <a:gd name="connsiteX0" fmla="*/ 0 w 5030340"/>
              <a:gd name="connsiteY0" fmla="*/ 0 h 4736292"/>
              <a:gd name="connsiteX1" fmla="*/ 5030340 w 5030340"/>
              <a:gd name="connsiteY1" fmla="*/ 0 h 4736292"/>
              <a:gd name="connsiteX2" fmla="*/ 5030340 w 5030340"/>
              <a:gd name="connsiteY2" fmla="*/ 4736292 h 4736292"/>
              <a:gd name="connsiteX3" fmla="*/ 0 w 5030340"/>
              <a:gd name="connsiteY3" fmla="*/ 4736292 h 4736292"/>
              <a:gd name="connsiteX4" fmla="*/ 0 w 5030340"/>
              <a:gd name="connsiteY4" fmla="*/ 0 h 4736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0340" h="4736292">
                <a:moveTo>
                  <a:pt x="0" y="0"/>
                </a:moveTo>
                <a:lnTo>
                  <a:pt x="5030340" y="0"/>
                </a:lnTo>
                <a:lnTo>
                  <a:pt x="5030340" y="4736292"/>
                </a:lnTo>
                <a:lnTo>
                  <a:pt x="0" y="4736292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prstDash val="dash"/>
          </a:ln>
          <a:effectLst>
            <a:outerShdw blurRad="50800" dist="38100" dir="18900000" algn="bl" rotWithShape="0">
              <a:schemeClr val="accent5">
                <a:lumMod val="20000"/>
                <a:lumOff val="8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716B262E-B57A-084C-A962-6C7873208565}"/>
              </a:ext>
            </a:extLst>
          </p:cNvPr>
          <p:cNvCxnSpPr>
            <a:cxnSpLocks/>
          </p:cNvCxnSpPr>
          <p:nvPr/>
        </p:nvCxnSpPr>
        <p:spPr>
          <a:xfrm flipH="1">
            <a:off x="4314649" y="3901226"/>
            <a:ext cx="201540" cy="2537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134E5EDA-B231-4C42-A277-0D5E05FC0328}"/>
              </a:ext>
            </a:extLst>
          </p:cNvPr>
          <p:cNvCxnSpPr>
            <a:cxnSpLocks/>
          </p:cNvCxnSpPr>
          <p:nvPr/>
        </p:nvCxnSpPr>
        <p:spPr>
          <a:xfrm>
            <a:off x="4516189" y="3901226"/>
            <a:ext cx="236065" cy="2537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C70B6C9-6917-AA4D-B088-C2777066C059}"/>
              </a:ext>
            </a:extLst>
          </p:cNvPr>
          <p:cNvCxnSpPr>
            <a:cxnSpLocks/>
          </p:cNvCxnSpPr>
          <p:nvPr/>
        </p:nvCxnSpPr>
        <p:spPr>
          <a:xfrm flipH="1">
            <a:off x="4183935" y="4285482"/>
            <a:ext cx="130714" cy="3221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D72412A2-883D-F142-AF26-490DDF76C3BC}"/>
              </a:ext>
            </a:extLst>
          </p:cNvPr>
          <p:cNvCxnSpPr>
            <a:cxnSpLocks/>
          </p:cNvCxnSpPr>
          <p:nvPr/>
        </p:nvCxnSpPr>
        <p:spPr>
          <a:xfrm>
            <a:off x="4314649" y="4285482"/>
            <a:ext cx="103292" cy="32216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A4479CA7-6B92-A445-AB86-FF0E6B37C979}"/>
              </a:ext>
            </a:extLst>
          </p:cNvPr>
          <p:cNvCxnSpPr>
            <a:cxnSpLocks/>
          </p:cNvCxnSpPr>
          <p:nvPr/>
        </p:nvCxnSpPr>
        <p:spPr>
          <a:xfrm flipH="1">
            <a:off x="4666672" y="4285482"/>
            <a:ext cx="85582" cy="3221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提取 58">
            <a:extLst>
              <a:ext uri="{FF2B5EF4-FFF2-40B4-BE49-F238E27FC236}">
                <a16:creationId xmlns:a16="http://schemas.microsoft.com/office/drawing/2014/main" id="{88FB72A6-0355-C44F-9A80-91F586D07E96}"/>
              </a:ext>
            </a:extLst>
          </p:cNvPr>
          <p:cNvSpPr/>
          <p:nvPr/>
        </p:nvSpPr>
        <p:spPr>
          <a:xfrm>
            <a:off x="4346143" y="4607645"/>
            <a:ext cx="143595" cy="130499"/>
          </a:xfrm>
          <a:prstGeom prst="flowChartExtra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0" name="直线连接符 59">
            <a:extLst>
              <a:ext uri="{FF2B5EF4-FFF2-40B4-BE49-F238E27FC236}">
                <a16:creationId xmlns:a16="http://schemas.microsoft.com/office/drawing/2014/main" id="{586EBA0D-C391-C34B-80A2-55D498FE4A15}"/>
              </a:ext>
            </a:extLst>
          </p:cNvPr>
          <p:cNvCxnSpPr>
            <a:cxnSpLocks/>
          </p:cNvCxnSpPr>
          <p:nvPr/>
        </p:nvCxnSpPr>
        <p:spPr>
          <a:xfrm>
            <a:off x="4752254" y="4285482"/>
            <a:ext cx="161367" cy="3221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椭圆 60">
            <a:extLst>
              <a:ext uri="{FF2B5EF4-FFF2-40B4-BE49-F238E27FC236}">
                <a16:creationId xmlns:a16="http://schemas.microsoft.com/office/drawing/2014/main" id="{239B4435-2543-F044-83AE-9E3CF98EE161}"/>
              </a:ext>
            </a:extLst>
          </p:cNvPr>
          <p:cNvSpPr/>
          <p:nvPr/>
        </p:nvSpPr>
        <p:spPr>
          <a:xfrm>
            <a:off x="4112137" y="4607644"/>
            <a:ext cx="143595" cy="1304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5B3780AF-6D1B-8F48-B907-F66A10E4B1F2}"/>
              </a:ext>
            </a:extLst>
          </p:cNvPr>
          <p:cNvSpPr/>
          <p:nvPr/>
        </p:nvSpPr>
        <p:spPr>
          <a:xfrm>
            <a:off x="4242851" y="4154983"/>
            <a:ext cx="143595" cy="1304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5F281713-0534-AB4F-9FF3-BDFCD5234B34}"/>
              </a:ext>
            </a:extLst>
          </p:cNvPr>
          <p:cNvSpPr/>
          <p:nvPr/>
        </p:nvSpPr>
        <p:spPr>
          <a:xfrm>
            <a:off x="4680456" y="4154983"/>
            <a:ext cx="143595" cy="1304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A6D32B59-7674-BE46-9526-31A3FD4DD451}"/>
              </a:ext>
            </a:extLst>
          </p:cNvPr>
          <p:cNvSpPr/>
          <p:nvPr/>
        </p:nvSpPr>
        <p:spPr>
          <a:xfrm>
            <a:off x="4444391" y="3770727"/>
            <a:ext cx="143595" cy="1304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F4F818B9-C14F-8348-9738-DA9FF05968F3}"/>
              </a:ext>
            </a:extLst>
          </p:cNvPr>
          <p:cNvCxnSpPr>
            <a:cxnSpLocks/>
          </p:cNvCxnSpPr>
          <p:nvPr/>
        </p:nvCxnSpPr>
        <p:spPr>
          <a:xfrm flipH="1">
            <a:off x="4085693" y="4738143"/>
            <a:ext cx="98242" cy="29235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5DC4EB12-C83C-5B40-A8D6-F28E2AD07CCD}"/>
              </a:ext>
            </a:extLst>
          </p:cNvPr>
          <p:cNvCxnSpPr>
            <a:cxnSpLocks/>
          </p:cNvCxnSpPr>
          <p:nvPr/>
        </p:nvCxnSpPr>
        <p:spPr>
          <a:xfrm>
            <a:off x="4183935" y="4738143"/>
            <a:ext cx="121039" cy="29235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椭圆 66">
            <a:extLst>
              <a:ext uri="{FF2B5EF4-FFF2-40B4-BE49-F238E27FC236}">
                <a16:creationId xmlns:a16="http://schemas.microsoft.com/office/drawing/2014/main" id="{3A89808F-8FE2-4D41-904F-1B3874E84BE5}"/>
              </a:ext>
            </a:extLst>
          </p:cNvPr>
          <p:cNvSpPr/>
          <p:nvPr/>
        </p:nvSpPr>
        <p:spPr>
          <a:xfrm>
            <a:off x="4004271" y="5028880"/>
            <a:ext cx="143595" cy="130499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乘 67">
            <a:extLst>
              <a:ext uri="{FF2B5EF4-FFF2-40B4-BE49-F238E27FC236}">
                <a16:creationId xmlns:a16="http://schemas.microsoft.com/office/drawing/2014/main" id="{BF117922-A488-F048-99E3-740B99DC1DBB}"/>
              </a:ext>
            </a:extLst>
          </p:cNvPr>
          <p:cNvSpPr/>
          <p:nvPr/>
        </p:nvSpPr>
        <p:spPr>
          <a:xfrm>
            <a:off x="4243441" y="5010563"/>
            <a:ext cx="150204" cy="168224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乘 68">
            <a:extLst>
              <a:ext uri="{FF2B5EF4-FFF2-40B4-BE49-F238E27FC236}">
                <a16:creationId xmlns:a16="http://schemas.microsoft.com/office/drawing/2014/main" id="{ADFA61B2-C2F6-1949-9CFB-7735A3BFC4C8}"/>
              </a:ext>
            </a:extLst>
          </p:cNvPr>
          <p:cNvSpPr/>
          <p:nvPr/>
        </p:nvSpPr>
        <p:spPr>
          <a:xfrm>
            <a:off x="4594396" y="4576883"/>
            <a:ext cx="150204" cy="168224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乘 69">
            <a:extLst>
              <a:ext uri="{FF2B5EF4-FFF2-40B4-BE49-F238E27FC236}">
                <a16:creationId xmlns:a16="http://schemas.microsoft.com/office/drawing/2014/main" id="{FB17CFC8-49AF-DC4E-A616-355D27837663}"/>
              </a:ext>
            </a:extLst>
          </p:cNvPr>
          <p:cNvSpPr/>
          <p:nvPr/>
        </p:nvSpPr>
        <p:spPr>
          <a:xfrm>
            <a:off x="4836545" y="4576708"/>
            <a:ext cx="150204" cy="168224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5BA68CC2-BD4A-7F4C-8E5A-6FE8E46BBC78}"/>
              </a:ext>
            </a:extLst>
          </p:cNvPr>
          <p:cNvSpPr txBox="1"/>
          <p:nvPr/>
        </p:nvSpPr>
        <p:spPr>
          <a:xfrm>
            <a:off x="3902335" y="5118700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R1</a:t>
            </a:r>
            <a:endParaRPr kumimoji="1" lang="zh-CN" altLang="en-US" sz="800" b="1" i="1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E4100B0-B69E-1E4E-A8DA-75AD6890630D}"/>
              </a:ext>
            </a:extLst>
          </p:cNvPr>
          <p:cNvSpPr txBox="1"/>
          <p:nvPr/>
        </p:nvSpPr>
        <p:spPr>
          <a:xfrm>
            <a:off x="4171469" y="5131070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R2</a:t>
            </a:r>
            <a:endParaRPr kumimoji="1" lang="zh-CN" altLang="en-US" sz="800" b="1" i="1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711B47FE-CFF7-E947-BA26-29676CCB72D2}"/>
              </a:ext>
            </a:extLst>
          </p:cNvPr>
          <p:cNvSpPr txBox="1"/>
          <p:nvPr/>
        </p:nvSpPr>
        <p:spPr>
          <a:xfrm>
            <a:off x="4265794" y="4720163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R3</a:t>
            </a:r>
            <a:endParaRPr kumimoji="1" lang="zh-CN" altLang="en-US" sz="800" b="1" i="1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42F748D-978F-034B-B7A1-E937C0EB8A7A}"/>
              </a:ext>
            </a:extLst>
          </p:cNvPr>
          <p:cNvSpPr txBox="1"/>
          <p:nvPr/>
        </p:nvSpPr>
        <p:spPr>
          <a:xfrm>
            <a:off x="4522557" y="4704012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R4</a:t>
            </a:r>
            <a:endParaRPr kumimoji="1" lang="zh-CN" altLang="en-US" sz="800" b="1" i="1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39C59048-EE9B-904E-BDD3-60BEBE77A829}"/>
              </a:ext>
            </a:extLst>
          </p:cNvPr>
          <p:cNvSpPr txBox="1"/>
          <p:nvPr/>
        </p:nvSpPr>
        <p:spPr>
          <a:xfrm>
            <a:off x="4780116" y="4706464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R5</a:t>
            </a:r>
            <a:endParaRPr kumimoji="1" lang="zh-CN" altLang="en-US" sz="800" b="1" i="1" dirty="0"/>
          </a:p>
        </p:txBody>
      </p:sp>
      <p:sp>
        <p:nvSpPr>
          <p:cNvPr id="190" name="下箭头 189">
            <a:extLst>
              <a:ext uri="{FF2B5EF4-FFF2-40B4-BE49-F238E27FC236}">
                <a16:creationId xmlns:a16="http://schemas.microsoft.com/office/drawing/2014/main" id="{20DCAF96-B02A-2542-BE20-95771A42661E}"/>
              </a:ext>
            </a:extLst>
          </p:cNvPr>
          <p:cNvSpPr/>
          <p:nvPr/>
        </p:nvSpPr>
        <p:spPr>
          <a:xfrm>
            <a:off x="1861554" y="3101898"/>
            <a:ext cx="331259" cy="57972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F4E38F39-5DA9-3B40-9EB0-95D8C7A4F6B6}"/>
              </a:ext>
            </a:extLst>
          </p:cNvPr>
          <p:cNvSpPr/>
          <p:nvPr/>
        </p:nvSpPr>
        <p:spPr>
          <a:xfrm>
            <a:off x="846334" y="1366458"/>
            <a:ext cx="2294943" cy="1654414"/>
          </a:xfrm>
          <a:prstGeom prst="rect">
            <a:avLst/>
          </a:prstGeom>
          <a:solidFill>
            <a:srgbClr val="E9F7D6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1" name="三角形 200">
            <a:extLst>
              <a:ext uri="{FF2B5EF4-FFF2-40B4-BE49-F238E27FC236}">
                <a16:creationId xmlns:a16="http://schemas.microsoft.com/office/drawing/2014/main" id="{5CE1C171-DC7C-7D4B-9024-352B51A62F2D}"/>
              </a:ext>
            </a:extLst>
          </p:cNvPr>
          <p:cNvSpPr/>
          <p:nvPr/>
        </p:nvSpPr>
        <p:spPr>
          <a:xfrm>
            <a:off x="1381750" y="1444429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2" name="椭圆 201">
            <a:extLst>
              <a:ext uri="{FF2B5EF4-FFF2-40B4-BE49-F238E27FC236}">
                <a16:creationId xmlns:a16="http://schemas.microsoft.com/office/drawing/2014/main" id="{96CD9536-CB62-0842-86D9-546DB114ACAD}"/>
              </a:ext>
            </a:extLst>
          </p:cNvPr>
          <p:cNvSpPr/>
          <p:nvPr/>
        </p:nvSpPr>
        <p:spPr>
          <a:xfrm>
            <a:off x="1990231" y="1710219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3" name="椭圆 202">
            <a:extLst>
              <a:ext uri="{FF2B5EF4-FFF2-40B4-BE49-F238E27FC236}">
                <a16:creationId xmlns:a16="http://schemas.microsoft.com/office/drawing/2014/main" id="{21C8402B-43ED-1445-ADF2-053F5D0326C8}"/>
              </a:ext>
            </a:extLst>
          </p:cNvPr>
          <p:cNvSpPr/>
          <p:nvPr/>
        </p:nvSpPr>
        <p:spPr>
          <a:xfrm>
            <a:off x="1553873" y="1962658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4" name="椭圆 203">
            <a:extLst>
              <a:ext uri="{FF2B5EF4-FFF2-40B4-BE49-F238E27FC236}">
                <a16:creationId xmlns:a16="http://schemas.microsoft.com/office/drawing/2014/main" id="{6622BBF3-055D-5945-A9F2-5CE2EF6F9752}"/>
              </a:ext>
            </a:extLst>
          </p:cNvPr>
          <p:cNvSpPr/>
          <p:nvPr/>
        </p:nvSpPr>
        <p:spPr>
          <a:xfrm>
            <a:off x="2269930" y="1581493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5" name="椭圆 204">
            <a:extLst>
              <a:ext uri="{FF2B5EF4-FFF2-40B4-BE49-F238E27FC236}">
                <a16:creationId xmlns:a16="http://schemas.microsoft.com/office/drawing/2014/main" id="{D9DF8F4E-F941-D14E-8BF6-822DF7BC49F3}"/>
              </a:ext>
            </a:extLst>
          </p:cNvPr>
          <p:cNvSpPr/>
          <p:nvPr/>
        </p:nvSpPr>
        <p:spPr>
          <a:xfrm>
            <a:off x="1991127" y="2027204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6" name="椭圆 205">
            <a:extLst>
              <a:ext uri="{FF2B5EF4-FFF2-40B4-BE49-F238E27FC236}">
                <a16:creationId xmlns:a16="http://schemas.microsoft.com/office/drawing/2014/main" id="{5FA1BB6B-D8AA-C945-9A52-52EFFC35E282}"/>
              </a:ext>
            </a:extLst>
          </p:cNvPr>
          <p:cNvSpPr/>
          <p:nvPr/>
        </p:nvSpPr>
        <p:spPr>
          <a:xfrm>
            <a:off x="2433535" y="1870783"/>
            <a:ext cx="142323" cy="1601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7" name="椭圆 206">
            <a:extLst>
              <a:ext uri="{FF2B5EF4-FFF2-40B4-BE49-F238E27FC236}">
                <a16:creationId xmlns:a16="http://schemas.microsoft.com/office/drawing/2014/main" id="{DC5D8D83-04E0-CF42-865E-EBE840E55C05}"/>
              </a:ext>
            </a:extLst>
          </p:cNvPr>
          <p:cNvSpPr/>
          <p:nvPr/>
        </p:nvSpPr>
        <p:spPr>
          <a:xfrm>
            <a:off x="1950334" y="2344189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8" name="椭圆 207">
            <a:extLst>
              <a:ext uri="{FF2B5EF4-FFF2-40B4-BE49-F238E27FC236}">
                <a16:creationId xmlns:a16="http://schemas.microsoft.com/office/drawing/2014/main" id="{DD74F5AB-4A69-694C-9FDC-B6B914998BCA}"/>
              </a:ext>
            </a:extLst>
          </p:cNvPr>
          <p:cNvSpPr/>
          <p:nvPr/>
        </p:nvSpPr>
        <p:spPr>
          <a:xfrm>
            <a:off x="2309374" y="2167785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9" name="三角形 208">
            <a:extLst>
              <a:ext uri="{FF2B5EF4-FFF2-40B4-BE49-F238E27FC236}">
                <a16:creationId xmlns:a16="http://schemas.microsoft.com/office/drawing/2014/main" id="{C096F50B-5C4E-5E43-A76D-D81431F3F666}"/>
              </a:ext>
            </a:extLst>
          </p:cNvPr>
          <p:cNvSpPr/>
          <p:nvPr/>
        </p:nvSpPr>
        <p:spPr>
          <a:xfrm>
            <a:off x="1126033" y="2697436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0" name="三角形 209">
            <a:extLst>
              <a:ext uri="{FF2B5EF4-FFF2-40B4-BE49-F238E27FC236}">
                <a16:creationId xmlns:a16="http://schemas.microsoft.com/office/drawing/2014/main" id="{B80606AB-0954-2048-BC10-5D55576F3411}"/>
              </a:ext>
            </a:extLst>
          </p:cNvPr>
          <p:cNvSpPr/>
          <p:nvPr/>
        </p:nvSpPr>
        <p:spPr>
          <a:xfrm>
            <a:off x="2911116" y="1395065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1" name="三角形 210">
            <a:extLst>
              <a:ext uri="{FF2B5EF4-FFF2-40B4-BE49-F238E27FC236}">
                <a16:creationId xmlns:a16="http://schemas.microsoft.com/office/drawing/2014/main" id="{FFFAB428-F714-B446-8F3F-94744538CCFF}"/>
              </a:ext>
            </a:extLst>
          </p:cNvPr>
          <p:cNvSpPr/>
          <p:nvPr/>
        </p:nvSpPr>
        <p:spPr>
          <a:xfrm>
            <a:off x="2616416" y="2697436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2" name="三角形 211">
            <a:extLst>
              <a:ext uri="{FF2B5EF4-FFF2-40B4-BE49-F238E27FC236}">
                <a16:creationId xmlns:a16="http://schemas.microsoft.com/office/drawing/2014/main" id="{1D2C2F7F-ECEE-3148-8A1E-4527D62D7E3D}"/>
              </a:ext>
            </a:extLst>
          </p:cNvPr>
          <p:cNvSpPr/>
          <p:nvPr/>
        </p:nvSpPr>
        <p:spPr>
          <a:xfrm>
            <a:off x="2917615" y="2485135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3" name="三角形 212">
            <a:extLst>
              <a:ext uri="{FF2B5EF4-FFF2-40B4-BE49-F238E27FC236}">
                <a16:creationId xmlns:a16="http://schemas.microsoft.com/office/drawing/2014/main" id="{BA2FF7EA-AA5E-BC40-897B-C31C3D0BB33B}"/>
              </a:ext>
            </a:extLst>
          </p:cNvPr>
          <p:cNvSpPr/>
          <p:nvPr/>
        </p:nvSpPr>
        <p:spPr>
          <a:xfrm>
            <a:off x="928472" y="1652244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4" name="椭圆 213">
            <a:extLst>
              <a:ext uri="{FF2B5EF4-FFF2-40B4-BE49-F238E27FC236}">
                <a16:creationId xmlns:a16="http://schemas.microsoft.com/office/drawing/2014/main" id="{36B07728-93F0-F640-8451-A34F0B63220D}"/>
              </a:ext>
            </a:extLst>
          </p:cNvPr>
          <p:cNvSpPr/>
          <p:nvPr/>
        </p:nvSpPr>
        <p:spPr>
          <a:xfrm>
            <a:off x="2580107" y="1618779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5" name="三角形 214">
            <a:extLst>
              <a:ext uri="{FF2B5EF4-FFF2-40B4-BE49-F238E27FC236}">
                <a16:creationId xmlns:a16="http://schemas.microsoft.com/office/drawing/2014/main" id="{E8D9A153-6429-B64B-A014-EF5E587D8E16}"/>
              </a:ext>
            </a:extLst>
          </p:cNvPr>
          <p:cNvSpPr/>
          <p:nvPr/>
        </p:nvSpPr>
        <p:spPr>
          <a:xfrm>
            <a:off x="973859" y="1394061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47CA9D4D-D2A8-D442-AB0B-05047473F4E8}"/>
              </a:ext>
            </a:extLst>
          </p:cNvPr>
          <p:cNvSpPr/>
          <p:nvPr/>
        </p:nvSpPr>
        <p:spPr>
          <a:xfrm>
            <a:off x="869639" y="3719323"/>
            <a:ext cx="2294943" cy="1654414"/>
          </a:xfrm>
          <a:prstGeom prst="rect">
            <a:avLst/>
          </a:prstGeom>
          <a:solidFill>
            <a:srgbClr val="E9F7D6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7" name="三角形 216">
            <a:extLst>
              <a:ext uri="{FF2B5EF4-FFF2-40B4-BE49-F238E27FC236}">
                <a16:creationId xmlns:a16="http://schemas.microsoft.com/office/drawing/2014/main" id="{71F38C7F-7B14-D94E-A781-D1356F3DEE16}"/>
              </a:ext>
            </a:extLst>
          </p:cNvPr>
          <p:cNvSpPr/>
          <p:nvPr/>
        </p:nvSpPr>
        <p:spPr>
          <a:xfrm>
            <a:off x="1405055" y="3797294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8" name="椭圆 217">
            <a:extLst>
              <a:ext uri="{FF2B5EF4-FFF2-40B4-BE49-F238E27FC236}">
                <a16:creationId xmlns:a16="http://schemas.microsoft.com/office/drawing/2014/main" id="{73A21950-E902-424C-B016-5296514BA489}"/>
              </a:ext>
            </a:extLst>
          </p:cNvPr>
          <p:cNvSpPr/>
          <p:nvPr/>
        </p:nvSpPr>
        <p:spPr>
          <a:xfrm>
            <a:off x="2013536" y="4063084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9" name="椭圆 218">
            <a:extLst>
              <a:ext uri="{FF2B5EF4-FFF2-40B4-BE49-F238E27FC236}">
                <a16:creationId xmlns:a16="http://schemas.microsoft.com/office/drawing/2014/main" id="{5201CC3B-3DF7-0044-BE84-FFF7FDB82DAE}"/>
              </a:ext>
            </a:extLst>
          </p:cNvPr>
          <p:cNvSpPr/>
          <p:nvPr/>
        </p:nvSpPr>
        <p:spPr>
          <a:xfrm>
            <a:off x="1577178" y="4315523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0" name="椭圆 219">
            <a:extLst>
              <a:ext uri="{FF2B5EF4-FFF2-40B4-BE49-F238E27FC236}">
                <a16:creationId xmlns:a16="http://schemas.microsoft.com/office/drawing/2014/main" id="{A5192132-4BA2-394E-A497-3E31FE0BFD5B}"/>
              </a:ext>
            </a:extLst>
          </p:cNvPr>
          <p:cNvSpPr/>
          <p:nvPr/>
        </p:nvSpPr>
        <p:spPr>
          <a:xfrm>
            <a:off x="2293235" y="3934358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1" name="椭圆 220">
            <a:extLst>
              <a:ext uri="{FF2B5EF4-FFF2-40B4-BE49-F238E27FC236}">
                <a16:creationId xmlns:a16="http://schemas.microsoft.com/office/drawing/2014/main" id="{C3D97FB1-12FF-B84F-9A74-DAC2DB5C0976}"/>
              </a:ext>
            </a:extLst>
          </p:cNvPr>
          <p:cNvSpPr/>
          <p:nvPr/>
        </p:nvSpPr>
        <p:spPr>
          <a:xfrm>
            <a:off x="2014432" y="4380069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2" name="乘 221">
            <a:extLst>
              <a:ext uri="{FF2B5EF4-FFF2-40B4-BE49-F238E27FC236}">
                <a16:creationId xmlns:a16="http://schemas.microsoft.com/office/drawing/2014/main" id="{C7505CBD-C82A-D344-BBF1-2D9F314EB180}"/>
              </a:ext>
            </a:extLst>
          </p:cNvPr>
          <p:cNvSpPr/>
          <p:nvPr/>
        </p:nvSpPr>
        <p:spPr>
          <a:xfrm>
            <a:off x="2456840" y="4223648"/>
            <a:ext cx="182881" cy="226912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3" name="乘 222">
            <a:extLst>
              <a:ext uri="{FF2B5EF4-FFF2-40B4-BE49-F238E27FC236}">
                <a16:creationId xmlns:a16="http://schemas.microsoft.com/office/drawing/2014/main" id="{2F9233F1-87D9-1142-A663-18BAC58B1DE3}"/>
              </a:ext>
            </a:extLst>
          </p:cNvPr>
          <p:cNvSpPr/>
          <p:nvPr/>
        </p:nvSpPr>
        <p:spPr>
          <a:xfrm>
            <a:off x="1973639" y="4697054"/>
            <a:ext cx="155921" cy="190640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4" name="椭圆 223">
            <a:extLst>
              <a:ext uri="{FF2B5EF4-FFF2-40B4-BE49-F238E27FC236}">
                <a16:creationId xmlns:a16="http://schemas.microsoft.com/office/drawing/2014/main" id="{B0C1DC3D-955D-B446-9DF1-76E515BCD8BC}"/>
              </a:ext>
            </a:extLst>
          </p:cNvPr>
          <p:cNvSpPr/>
          <p:nvPr/>
        </p:nvSpPr>
        <p:spPr>
          <a:xfrm>
            <a:off x="2332679" y="4520650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5" name="乘 224">
            <a:extLst>
              <a:ext uri="{FF2B5EF4-FFF2-40B4-BE49-F238E27FC236}">
                <a16:creationId xmlns:a16="http://schemas.microsoft.com/office/drawing/2014/main" id="{FAB802C8-A0F4-C148-9D5B-90ECF5F86B8F}"/>
              </a:ext>
            </a:extLst>
          </p:cNvPr>
          <p:cNvSpPr/>
          <p:nvPr/>
        </p:nvSpPr>
        <p:spPr>
          <a:xfrm>
            <a:off x="1149338" y="5050300"/>
            <a:ext cx="142323" cy="226911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6" name="三角形 225">
            <a:extLst>
              <a:ext uri="{FF2B5EF4-FFF2-40B4-BE49-F238E27FC236}">
                <a16:creationId xmlns:a16="http://schemas.microsoft.com/office/drawing/2014/main" id="{94A15F28-3279-4F44-88A8-E1F8BB2E0E5F}"/>
              </a:ext>
            </a:extLst>
          </p:cNvPr>
          <p:cNvSpPr/>
          <p:nvPr/>
        </p:nvSpPr>
        <p:spPr>
          <a:xfrm>
            <a:off x="2934421" y="3747930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7" name="三角形 226">
            <a:extLst>
              <a:ext uri="{FF2B5EF4-FFF2-40B4-BE49-F238E27FC236}">
                <a16:creationId xmlns:a16="http://schemas.microsoft.com/office/drawing/2014/main" id="{25B347E2-237D-6244-B8E4-9B230D1C554A}"/>
              </a:ext>
            </a:extLst>
          </p:cNvPr>
          <p:cNvSpPr/>
          <p:nvPr/>
        </p:nvSpPr>
        <p:spPr>
          <a:xfrm>
            <a:off x="2639721" y="5050301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8" name="三角形 227">
            <a:extLst>
              <a:ext uri="{FF2B5EF4-FFF2-40B4-BE49-F238E27FC236}">
                <a16:creationId xmlns:a16="http://schemas.microsoft.com/office/drawing/2014/main" id="{62FA73DA-F9D4-7A41-B044-3BBAFF7841BB}"/>
              </a:ext>
            </a:extLst>
          </p:cNvPr>
          <p:cNvSpPr/>
          <p:nvPr/>
        </p:nvSpPr>
        <p:spPr>
          <a:xfrm>
            <a:off x="2940920" y="4838000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9" name="乘 228">
            <a:extLst>
              <a:ext uri="{FF2B5EF4-FFF2-40B4-BE49-F238E27FC236}">
                <a16:creationId xmlns:a16="http://schemas.microsoft.com/office/drawing/2014/main" id="{0E61C9A7-B35A-6C4A-BAFF-5FA40B264E7F}"/>
              </a:ext>
            </a:extLst>
          </p:cNvPr>
          <p:cNvSpPr/>
          <p:nvPr/>
        </p:nvSpPr>
        <p:spPr>
          <a:xfrm>
            <a:off x="951778" y="4005108"/>
            <a:ext cx="152448" cy="226912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0" name="椭圆 229">
            <a:extLst>
              <a:ext uri="{FF2B5EF4-FFF2-40B4-BE49-F238E27FC236}">
                <a16:creationId xmlns:a16="http://schemas.microsoft.com/office/drawing/2014/main" id="{D9BEA849-53AF-224E-83C3-D2771B1E6C57}"/>
              </a:ext>
            </a:extLst>
          </p:cNvPr>
          <p:cNvSpPr/>
          <p:nvPr/>
        </p:nvSpPr>
        <p:spPr>
          <a:xfrm>
            <a:off x="2603412" y="3971644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1" name="三角形 230">
            <a:extLst>
              <a:ext uri="{FF2B5EF4-FFF2-40B4-BE49-F238E27FC236}">
                <a16:creationId xmlns:a16="http://schemas.microsoft.com/office/drawing/2014/main" id="{77353DC2-5B02-6F4E-922C-F586EA9F7A9E}"/>
              </a:ext>
            </a:extLst>
          </p:cNvPr>
          <p:cNvSpPr/>
          <p:nvPr/>
        </p:nvSpPr>
        <p:spPr>
          <a:xfrm>
            <a:off x="997164" y="3746926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064E5278-AF14-6446-9871-3144348858AC}"/>
              </a:ext>
            </a:extLst>
          </p:cNvPr>
          <p:cNvSpPr/>
          <p:nvPr/>
        </p:nvSpPr>
        <p:spPr>
          <a:xfrm>
            <a:off x="3744274" y="1378034"/>
            <a:ext cx="1375355" cy="16544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4" name="文本框 233">
            <a:extLst>
              <a:ext uri="{FF2B5EF4-FFF2-40B4-BE49-F238E27FC236}">
                <a16:creationId xmlns:a16="http://schemas.microsoft.com/office/drawing/2014/main" id="{77DAAC71-C31F-E841-A9A6-69CB4E947A51}"/>
              </a:ext>
            </a:extLst>
          </p:cNvPr>
          <p:cNvSpPr txBox="1"/>
          <p:nvPr/>
        </p:nvSpPr>
        <p:spPr>
          <a:xfrm>
            <a:off x="3953731" y="1387313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1</a:t>
            </a:r>
            <a:endParaRPr kumimoji="1" lang="zh-CN" altLang="en-US" sz="1400" b="1" i="1" dirty="0"/>
          </a:p>
        </p:txBody>
      </p:sp>
      <p:sp>
        <p:nvSpPr>
          <p:cNvPr id="235" name="椭圆 234">
            <a:extLst>
              <a:ext uri="{FF2B5EF4-FFF2-40B4-BE49-F238E27FC236}">
                <a16:creationId xmlns:a16="http://schemas.microsoft.com/office/drawing/2014/main" id="{4F69BA06-9A5C-6C4E-B73F-4462D42819B9}"/>
              </a:ext>
            </a:extLst>
          </p:cNvPr>
          <p:cNvSpPr/>
          <p:nvPr/>
        </p:nvSpPr>
        <p:spPr>
          <a:xfrm>
            <a:off x="3800178" y="1439003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6" name="提取 235">
            <a:extLst>
              <a:ext uri="{FF2B5EF4-FFF2-40B4-BE49-F238E27FC236}">
                <a16:creationId xmlns:a16="http://schemas.microsoft.com/office/drawing/2014/main" id="{F0F2DF9D-DFB3-3948-A7F4-B5E7377A42EB}"/>
              </a:ext>
            </a:extLst>
          </p:cNvPr>
          <p:cNvSpPr/>
          <p:nvPr/>
        </p:nvSpPr>
        <p:spPr>
          <a:xfrm>
            <a:off x="3796641" y="2074744"/>
            <a:ext cx="172123" cy="182880"/>
          </a:xfrm>
          <a:prstGeom prst="flowChartExtra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7" name="文本框 236">
            <a:extLst>
              <a:ext uri="{FF2B5EF4-FFF2-40B4-BE49-F238E27FC236}">
                <a16:creationId xmlns:a16="http://schemas.microsoft.com/office/drawing/2014/main" id="{08F14EB0-8D08-324A-989C-7233F781A675}"/>
              </a:ext>
            </a:extLst>
          </p:cNvPr>
          <p:cNvSpPr txBox="1"/>
          <p:nvPr/>
        </p:nvSpPr>
        <p:spPr>
          <a:xfrm>
            <a:off x="3947482" y="1680826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2</a:t>
            </a:r>
            <a:endParaRPr kumimoji="1" lang="zh-CN" altLang="en-US" sz="1400" b="1" i="1" dirty="0"/>
          </a:p>
        </p:txBody>
      </p:sp>
      <p:sp>
        <p:nvSpPr>
          <p:cNvPr id="238" name="文本框 237">
            <a:extLst>
              <a:ext uri="{FF2B5EF4-FFF2-40B4-BE49-F238E27FC236}">
                <a16:creationId xmlns:a16="http://schemas.microsoft.com/office/drawing/2014/main" id="{E5E990B4-E4D1-D842-B2C8-A226890CE75A}"/>
              </a:ext>
            </a:extLst>
          </p:cNvPr>
          <p:cNvSpPr txBox="1"/>
          <p:nvPr/>
        </p:nvSpPr>
        <p:spPr>
          <a:xfrm>
            <a:off x="3946026" y="2029762"/>
            <a:ext cx="938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3</a:t>
            </a:r>
            <a:endParaRPr kumimoji="1" lang="zh-CN" altLang="en-US" sz="1400" b="1" i="1" dirty="0"/>
          </a:p>
        </p:txBody>
      </p:sp>
      <p:sp>
        <p:nvSpPr>
          <p:cNvPr id="239" name="乘 238">
            <a:extLst>
              <a:ext uri="{FF2B5EF4-FFF2-40B4-BE49-F238E27FC236}">
                <a16:creationId xmlns:a16="http://schemas.microsoft.com/office/drawing/2014/main" id="{151F2D97-4E56-D84A-B97F-1AC4868FDAC7}"/>
              </a:ext>
            </a:extLst>
          </p:cNvPr>
          <p:cNvSpPr/>
          <p:nvPr/>
        </p:nvSpPr>
        <p:spPr>
          <a:xfrm>
            <a:off x="3788841" y="1707620"/>
            <a:ext cx="191498" cy="25930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0" name="乘 239">
            <a:extLst>
              <a:ext uri="{FF2B5EF4-FFF2-40B4-BE49-F238E27FC236}">
                <a16:creationId xmlns:a16="http://schemas.microsoft.com/office/drawing/2014/main" id="{CB0EDBD9-F2B6-9746-93AA-350DCF229EA2}"/>
              </a:ext>
            </a:extLst>
          </p:cNvPr>
          <p:cNvSpPr/>
          <p:nvPr/>
        </p:nvSpPr>
        <p:spPr>
          <a:xfrm>
            <a:off x="3791296" y="2381764"/>
            <a:ext cx="191498" cy="25930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FAAF64AB-79A4-744C-973A-7F492C866495}"/>
              </a:ext>
            </a:extLst>
          </p:cNvPr>
          <p:cNvSpPr txBox="1"/>
          <p:nvPr/>
        </p:nvSpPr>
        <p:spPr>
          <a:xfrm>
            <a:off x="3946026" y="2364674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4</a:t>
            </a:r>
            <a:endParaRPr kumimoji="1" lang="zh-CN" altLang="en-US" sz="1400" b="1" i="1" dirty="0"/>
          </a:p>
        </p:txBody>
      </p:sp>
      <p:sp>
        <p:nvSpPr>
          <p:cNvPr id="242" name="乘 241">
            <a:extLst>
              <a:ext uri="{FF2B5EF4-FFF2-40B4-BE49-F238E27FC236}">
                <a16:creationId xmlns:a16="http://schemas.microsoft.com/office/drawing/2014/main" id="{E7AED69C-0105-D147-9EFB-D9FD6AA121C1}"/>
              </a:ext>
            </a:extLst>
          </p:cNvPr>
          <p:cNvSpPr/>
          <p:nvPr/>
        </p:nvSpPr>
        <p:spPr>
          <a:xfrm>
            <a:off x="3788603" y="2735401"/>
            <a:ext cx="191498" cy="259307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EA1B9404-FC61-9D44-9E59-B6C365B06BD6}"/>
              </a:ext>
            </a:extLst>
          </p:cNvPr>
          <p:cNvSpPr txBox="1"/>
          <p:nvPr/>
        </p:nvSpPr>
        <p:spPr>
          <a:xfrm>
            <a:off x="3935907" y="2711165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5</a:t>
            </a:r>
            <a:endParaRPr kumimoji="1" lang="zh-CN" altLang="en-US" sz="1400" b="1" i="1" dirty="0"/>
          </a:p>
        </p:txBody>
      </p:sp>
      <p:sp>
        <p:nvSpPr>
          <p:cNvPr id="244" name="下箭头 243">
            <a:extLst>
              <a:ext uri="{FF2B5EF4-FFF2-40B4-BE49-F238E27FC236}">
                <a16:creationId xmlns:a16="http://schemas.microsoft.com/office/drawing/2014/main" id="{E7EFD3F1-9830-1348-9B06-CC639821D74E}"/>
              </a:ext>
            </a:extLst>
          </p:cNvPr>
          <p:cNvSpPr/>
          <p:nvPr/>
        </p:nvSpPr>
        <p:spPr>
          <a:xfrm rot="16200000">
            <a:off x="3486043" y="4156855"/>
            <a:ext cx="341713" cy="78814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5" name="下箭头 244">
            <a:extLst>
              <a:ext uri="{FF2B5EF4-FFF2-40B4-BE49-F238E27FC236}">
                <a16:creationId xmlns:a16="http://schemas.microsoft.com/office/drawing/2014/main" id="{DE96BBA8-817F-504B-9738-09582BC7258B}"/>
              </a:ext>
            </a:extLst>
          </p:cNvPr>
          <p:cNvSpPr/>
          <p:nvPr/>
        </p:nvSpPr>
        <p:spPr>
          <a:xfrm rot="10800000">
            <a:off x="4303611" y="3090318"/>
            <a:ext cx="331258" cy="579721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3" name="任意形状 252">
            <a:extLst>
              <a:ext uri="{FF2B5EF4-FFF2-40B4-BE49-F238E27FC236}">
                <a16:creationId xmlns:a16="http://schemas.microsoft.com/office/drawing/2014/main" id="{F0A4F024-442E-244B-9235-59A73082A202}"/>
              </a:ext>
            </a:extLst>
          </p:cNvPr>
          <p:cNvSpPr/>
          <p:nvPr/>
        </p:nvSpPr>
        <p:spPr>
          <a:xfrm>
            <a:off x="5574179" y="2636138"/>
            <a:ext cx="648430" cy="1590810"/>
          </a:xfrm>
          <a:custGeom>
            <a:avLst/>
            <a:gdLst>
              <a:gd name="connsiteX0" fmla="*/ 410901 w 821802"/>
              <a:gd name="connsiteY0" fmla="*/ 0 h 2194486"/>
              <a:gd name="connsiteX1" fmla="*/ 821802 w 821802"/>
              <a:gd name="connsiteY1" fmla="*/ 1097243 h 2194486"/>
              <a:gd name="connsiteX2" fmla="*/ 410901 w 821802"/>
              <a:gd name="connsiteY2" fmla="*/ 2194486 h 2194486"/>
              <a:gd name="connsiteX3" fmla="*/ 410901 w 821802"/>
              <a:gd name="connsiteY3" fmla="*/ 1645865 h 2194486"/>
              <a:gd name="connsiteX4" fmla="*/ 0 w 821802"/>
              <a:gd name="connsiteY4" fmla="*/ 1645865 h 2194486"/>
              <a:gd name="connsiteX5" fmla="*/ 0 w 821802"/>
              <a:gd name="connsiteY5" fmla="*/ 548622 h 2194486"/>
              <a:gd name="connsiteX6" fmla="*/ 410901 w 821802"/>
              <a:gd name="connsiteY6" fmla="*/ 548622 h 2194486"/>
              <a:gd name="connsiteX7" fmla="*/ 410901 w 821802"/>
              <a:gd name="connsiteY7" fmla="*/ 0 h 2194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1802" h="2194486">
                <a:moveTo>
                  <a:pt x="410901" y="0"/>
                </a:moveTo>
                <a:lnTo>
                  <a:pt x="821802" y="1097243"/>
                </a:lnTo>
                <a:lnTo>
                  <a:pt x="410901" y="2194486"/>
                </a:lnTo>
                <a:lnTo>
                  <a:pt x="410901" y="1645865"/>
                </a:lnTo>
                <a:lnTo>
                  <a:pt x="0" y="1645865"/>
                </a:lnTo>
                <a:lnTo>
                  <a:pt x="0" y="548622"/>
                </a:lnTo>
                <a:lnTo>
                  <a:pt x="410901" y="548622"/>
                </a:lnTo>
                <a:lnTo>
                  <a:pt x="41090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/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487ACE4E-930C-7F41-A5C7-97182E85B509}"/>
              </a:ext>
            </a:extLst>
          </p:cNvPr>
          <p:cNvSpPr/>
          <p:nvPr/>
        </p:nvSpPr>
        <p:spPr>
          <a:xfrm>
            <a:off x="6572246" y="1373063"/>
            <a:ext cx="2294943" cy="1654414"/>
          </a:xfrm>
          <a:prstGeom prst="rect">
            <a:avLst/>
          </a:prstGeom>
          <a:solidFill>
            <a:srgbClr val="E9F7D6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7" name="三角形 256">
            <a:extLst>
              <a:ext uri="{FF2B5EF4-FFF2-40B4-BE49-F238E27FC236}">
                <a16:creationId xmlns:a16="http://schemas.microsoft.com/office/drawing/2014/main" id="{7325239B-BC9F-7B4B-BF3C-133394129628}"/>
              </a:ext>
            </a:extLst>
          </p:cNvPr>
          <p:cNvSpPr/>
          <p:nvPr/>
        </p:nvSpPr>
        <p:spPr>
          <a:xfrm>
            <a:off x="7107662" y="1451034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CAFC0C4F-2BA0-0744-A271-626E82BF802C}"/>
              </a:ext>
            </a:extLst>
          </p:cNvPr>
          <p:cNvSpPr/>
          <p:nvPr/>
        </p:nvSpPr>
        <p:spPr>
          <a:xfrm>
            <a:off x="7716143" y="1716824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442E05D4-4AB2-914B-9C26-3E8C1C054969}"/>
              </a:ext>
            </a:extLst>
          </p:cNvPr>
          <p:cNvSpPr/>
          <p:nvPr/>
        </p:nvSpPr>
        <p:spPr>
          <a:xfrm>
            <a:off x="7279785" y="1969263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49F81919-0D57-BF4C-825D-DD17EE14D816}"/>
              </a:ext>
            </a:extLst>
          </p:cNvPr>
          <p:cNvSpPr/>
          <p:nvPr/>
        </p:nvSpPr>
        <p:spPr>
          <a:xfrm>
            <a:off x="7995842" y="1588098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1" name="椭圆 260">
            <a:extLst>
              <a:ext uri="{FF2B5EF4-FFF2-40B4-BE49-F238E27FC236}">
                <a16:creationId xmlns:a16="http://schemas.microsoft.com/office/drawing/2014/main" id="{0D9331C2-FB32-244A-8DCB-7908877C072C}"/>
              </a:ext>
            </a:extLst>
          </p:cNvPr>
          <p:cNvSpPr/>
          <p:nvPr/>
        </p:nvSpPr>
        <p:spPr>
          <a:xfrm>
            <a:off x="7717039" y="2033809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2" name="乘 261">
            <a:extLst>
              <a:ext uri="{FF2B5EF4-FFF2-40B4-BE49-F238E27FC236}">
                <a16:creationId xmlns:a16="http://schemas.microsoft.com/office/drawing/2014/main" id="{425711E5-12BE-C649-9CCC-CB3E8B1DE62F}"/>
              </a:ext>
            </a:extLst>
          </p:cNvPr>
          <p:cNvSpPr/>
          <p:nvPr/>
        </p:nvSpPr>
        <p:spPr>
          <a:xfrm>
            <a:off x="8159447" y="1877388"/>
            <a:ext cx="182881" cy="226912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3" name="乘 262">
            <a:extLst>
              <a:ext uri="{FF2B5EF4-FFF2-40B4-BE49-F238E27FC236}">
                <a16:creationId xmlns:a16="http://schemas.microsoft.com/office/drawing/2014/main" id="{4D60A03B-A0E0-B640-A02D-60C62F8B1D23}"/>
              </a:ext>
            </a:extLst>
          </p:cNvPr>
          <p:cNvSpPr/>
          <p:nvPr/>
        </p:nvSpPr>
        <p:spPr>
          <a:xfrm>
            <a:off x="7676246" y="2350794"/>
            <a:ext cx="155921" cy="190640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4" name="椭圆 263">
            <a:extLst>
              <a:ext uri="{FF2B5EF4-FFF2-40B4-BE49-F238E27FC236}">
                <a16:creationId xmlns:a16="http://schemas.microsoft.com/office/drawing/2014/main" id="{D385200D-A9D5-2044-9FF2-C64D06D1A2DF}"/>
              </a:ext>
            </a:extLst>
          </p:cNvPr>
          <p:cNvSpPr/>
          <p:nvPr/>
        </p:nvSpPr>
        <p:spPr>
          <a:xfrm>
            <a:off x="8035286" y="2174390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5" name="乘 264">
            <a:extLst>
              <a:ext uri="{FF2B5EF4-FFF2-40B4-BE49-F238E27FC236}">
                <a16:creationId xmlns:a16="http://schemas.microsoft.com/office/drawing/2014/main" id="{31FD8C3D-1694-0847-AA74-E4EDF2804E04}"/>
              </a:ext>
            </a:extLst>
          </p:cNvPr>
          <p:cNvSpPr/>
          <p:nvPr/>
        </p:nvSpPr>
        <p:spPr>
          <a:xfrm>
            <a:off x="6851945" y="2704040"/>
            <a:ext cx="142323" cy="226911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6" name="三角形 265">
            <a:extLst>
              <a:ext uri="{FF2B5EF4-FFF2-40B4-BE49-F238E27FC236}">
                <a16:creationId xmlns:a16="http://schemas.microsoft.com/office/drawing/2014/main" id="{C7D9ECB0-B260-0045-B6D7-B885D8F4A798}"/>
              </a:ext>
            </a:extLst>
          </p:cNvPr>
          <p:cNvSpPr/>
          <p:nvPr/>
        </p:nvSpPr>
        <p:spPr>
          <a:xfrm>
            <a:off x="8637028" y="1401670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7" name="三角形 266">
            <a:extLst>
              <a:ext uri="{FF2B5EF4-FFF2-40B4-BE49-F238E27FC236}">
                <a16:creationId xmlns:a16="http://schemas.microsoft.com/office/drawing/2014/main" id="{32966477-3BEB-DD4C-A91E-4CF4B2CA9A74}"/>
              </a:ext>
            </a:extLst>
          </p:cNvPr>
          <p:cNvSpPr/>
          <p:nvPr/>
        </p:nvSpPr>
        <p:spPr>
          <a:xfrm>
            <a:off x="8342328" y="2704041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8" name="三角形 267">
            <a:extLst>
              <a:ext uri="{FF2B5EF4-FFF2-40B4-BE49-F238E27FC236}">
                <a16:creationId xmlns:a16="http://schemas.microsoft.com/office/drawing/2014/main" id="{A313811E-46CC-724E-BAD0-5E71AE6C0268}"/>
              </a:ext>
            </a:extLst>
          </p:cNvPr>
          <p:cNvSpPr/>
          <p:nvPr/>
        </p:nvSpPr>
        <p:spPr>
          <a:xfrm>
            <a:off x="8643527" y="2491740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9" name="乘 268">
            <a:extLst>
              <a:ext uri="{FF2B5EF4-FFF2-40B4-BE49-F238E27FC236}">
                <a16:creationId xmlns:a16="http://schemas.microsoft.com/office/drawing/2014/main" id="{3715CC91-22E6-484F-9986-3E067E4DC643}"/>
              </a:ext>
            </a:extLst>
          </p:cNvPr>
          <p:cNvSpPr/>
          <p:nvPr/>
        </p:nvSpPr>
        <p:spPr>
          <a:xfrm>
            <a:off x="6654385" y="1658848"/>
            <a:ext cx="152448" cy="226912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0" name="椭圆 269">
            <a:extLst>
              <a:ext uri="{FF2B5EF4-FFF2-40B4-BE49-F238E27FC236}">
                <a16:creationId xmlns:a16="http://schemas.microsoft.com/office/drawing/2014/main" id="{A6C117D7-766D-DA4B-ACCD-8E759BD64979}"/>
              </a:ext>
            </a:extLst>
          </p:cNvPr>
          <p:cNvSpPr/>
          <p:nvPr/>
        </p:nvSpPr>
        <p:spPr>
          <a:xfrm>
            <a:off x="8306019" y="1625384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1" name="三角形 270">
            <a:extLst>
              <a:ext uri="{FF2B5EF4-FFF2-40B4-BE49-F238E27FC236}">
                <a16:creationId xmlns:a16="http://schemas.microsoft.com/office/drawing/2014/main" id="{32A91BE6-923D-7E47-BD05-30CF136607B1}"/>
              </a:ext>
            </a:extLst>
          </p:cNvPr>
          <p:cNvSpPr/>
          <p:nvPr/>
        </p:nvSpPr>
        <p:spPr>
          <a:xfrm>
            <a:off x="6699771" y="1400666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2" name="下箭头 271">
            <a:extLst>
              <a:ext uri="{FF2B5EF4-FFF2-40B4-BE49-F238E27FC236}">
                <a16:creationId xmlns:a16="http://schemas.microsoft.com/office/drawing/2014/main" id="{77E1FB1C-58D7-3E47-93FF-910874824F01}"/>
              </a:ext>
            </a:extLst>
          </p:cNvPr>
          <p:cNvSpPr/>
          <p:nvPr/>
        </p:nvSpPr>
        <p:spPr>
          <a:xfrm>
            <a:off x="7593045" y="3101898"/>
            <a:ext cx="331259" cy="57972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3" name="下箭头 292">
            <a:extLst>
              <a:ext uri="{FF2B5EF4-FFF2-40B4-BE49-F238E27FC236}">
                <a16:creationId xmlns:a16="http://schemas.microsoft.com/office/drawing/2014/main" id="{C67671FC-DA4B-B34B-8194-A982311212FC}"/>
              </a:ext>
            </a:extLst>
          </p:cNvPr>
          <p:cNvSpPr/>
          <p:nvPr/>
        </p:nvSpPr>
        <p:spPr>
          <a:xfrm rot="16200000">
            <a:off x="9196433" y="4156855"/>
            <a:ext cx="341713" cy="78814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4" name="矩形 293">
            <a:extLst>
              <a:ext uri="{FF2B5EF4-FFF2-40B4-BE49-F238E27FC236}">
                <a16:creationId xmlns:a16="http://schemas.microsoft.com/office/drawing/2014/main" id="{C81D78CF-DDC8-F94D-B221-B7B0FCD88EB5}"/>
              </a:ext>
            </a:extLst>
          </p:cNvPr>
          <p:cNvSpPr/>
          <p:nvPr/>
        </p:nvSpPr>
        <p:spPr>
          <a:xfrm>
            <a:off x="6588776" y="3722386"/>
            <a:ext cx="2294943" cy="1654414"/>
          </a:xfrm>
          <a:prstGeom prst="rect">
            <a:avLst/>
          </a:prstGeom>
          <a:solidFill>
            <a:srgbClr val="E9F7D6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5" name="三角形 294">
            <a:extLst>
              <a:ext uri="{FF2B5EF4-FFF2-40B4-BE49-F238E27FC236}">
                <a16:creationId xmlns:a16="http://schemas.microsoft.com/office/drawing/2014/main" id="{D31BA678-3FFF-1248-8CFE-A712DB86F46D}"/>
              </a:ext>
            </a:extLst>
          </p:cNvPr>
          <p:cNvSpPr/>
          <p:nvPr/>
        </p:nvSpPr>
        <p:spPr>
          <a:xfrm>
            <a:off x="7124192" y="3800357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6" name="椭圆 295">
            <a:extLst>
              <a:ext uri="{FF2B5EF4-FFF2-40B4-BE49-F238E27FC236}">
                <a16:creationId xmlns:a16="http://schemas.microsoft.com/office/drawing/2014/main" id="{CEFD2B66-8B1B-C547-AD39-82A745AC1D03}"/>
              </a:ext>
            </a:extLst>
          </p:cNvPr>
          <p:cNvSpPr/>
          <p:nvPr/>
        </p:nvSpPr>
        <p:spPr>
          <a:xfrm>
            <a:off x="7732673" y="4066147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7" name="椭圆 296">
            <a:extLst>
              <a:ext uri="{FF2B5EF4-FFF2-40B4-BE49-F238E27FC236}">
                <a16:creationId xmlns:a16="http://schemas.microsoft.com/office/drawing/2014/main" id="{44C73679-FD13-2F4C-AB92-F75AEF714307}"/>
              </a:ext>
            </a:extLst>
          </p:cNvPr>
          <p:cNvSpPr/>
          <p:nvPr/>
        </p:nvSpPr>
        <p:spPr>
          <a:xfrm>
            <a:off x="7296315" y="4318586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8" name="椭圆 297">
            <a:extLst>
              <a:ext uri="{FF2B5EF4-FFF2-40B4-BE49-F238E27FC236}">
                <a16:creationId xmlns:a16="http://schemas.microsoft.com/office/drawing/2014/main" id="{A08F9228-24B7-BF44-9819-B2DF9F96F962}"/>
              </a:ext>
            </a:extLst>
          </p:cNvPr>
          <p:cNvSpPr/>
          <p:nvPr/>
        </p:nvSpPr>
        <p:spPr>
          <a:xfrm>
            <a:off x="8012372" y="3937421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9" name="椭圆 298">
            <a:extLst>
              <a:ext uri="{FF2B5EF4-FFF2-40B4-BE49-F238E27FC236}">
                <a16:creationId xmlns:a16="http://schemas.microsoft.com/office/drawing/2014/main" id="{77F55274-6D30-764F-8DA5-F39022E07915}"/>
              </a:ext>
            </a:extLst>
          </p:cNvPr>
          <p:cNvSpPr/>
          <p:nvPr/>
        </p:nvSpPr>
        <p:spPr>
          <a:xfrm>
            <a:off x="7733569" y="4383132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2" name="椭圆 301">
            <a:extLst>
              <a:ext uri="{FF2B5EF4-FFF2-40B4-BE49-F238E27FC236}">
                <a16:creationId xmlns:a16="http://schemas.microsoft.com/office/drawing/2014/main" id="{9426ED2E-D56C-6741-873D-856A20A8BCCE}"/>
              </a:ext>
            </a:extLst>
          </p:cNvPr>
          <p:cNvSpPr/>
          <p:nvPr/>
        </p:nvSpPr>
        <p:spPr>
          <a:xfrm>
            <a:off x="8051816" y="4523713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3" name="乘 302">
            <a:extLst>
              <a:ext uri="{FF2B5EF4-FFF2-40B4-BE49-F238E27FC236}">
                <a16:creationId xmlns:a16="http://schemas.microsoft.com/office/drawing/2014/main" id="{B44573F6-E097-C94F-B0E3-E33E8916536A}"/>
              </a:ext>
            </a:extLst>
          </p:cNvPr>
          <p:cNvSpPr/>
          <p:nvPr/>
        </p:nvSpPr>
        <p:spPr>
          <a:xfrm>
            <a:off x="6868475" y="5053363"/>
            <a:ext cx="142323" cy="226911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4" name="三角形 303">
            <a:extLst>
              <a:ext uri="{FF2B5EF4-FFF2-40B4-BE49-F238E27FC236}">
                <a16:creationId xmlns:a16="http://schemas.microsoft.com/office/drawing/2014/main" id="{E9F76EE0-E19A-1A46-8E6A-9287A5DE4789}"/>
              </a:ext>
            </a:extLst>
          </p:cNvPr>
          <p:cNvSpPr/>
          <p:nvPr/>
        </p:nvSpPr>
        <p:spPr>
          <a:xfrm>
            <a:off x="8653558" y="3750993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5" name="三角形 304">
            <a:extLst>
              <a:ext uri="{FF2B5EF4-FFF2-40B4-BE49-F238E27FC236}">
                <a16:creationId xmlns:a16="http://schemas.microsoft.com/office/drawing/2014/main" id="{57BDE5F5-C2BF-654D-8CC4-DE726D1D00C1}"/>
              </a:ext>
            </a:extLst>
          </p:cNvPr>
          <p:cNvSpPr/>
          <p:nvPr/>
        </p:nvSpPr>
        <p:spPr>
          <a:xfrm>
            <a:off x="8358858" y="5053364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6" name="三角形 305">
            <a:extLst>
              <a:ext uri="{FF2B5EF4-FFF2-40B4-BE49-F238E27FC236}">
                <a16:creationId xmlns:a16="http://schemas.microsoft.com/office/drawing/2014/main" id="{C7985102-8157-4A47-BCF3-C15C86D68CE1}"/>
              </a:ext>
            </a:extLst>
          </p:cNvPr>
          <p:cNvSpPr/>
          <p:nvPr/>
        </p:nvSpPr>
        <p:spPr>
          <a:xfrm>
            <a:off x="8660057" y="4841063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7" name="椭圆 306">
            <a:extLst>
              <a:ext uri="{FF2B5EF4-FFF2-40B4-BE49-F238E27FC236}">
                <a16:creationId xmlns:a16="http://schemas.microsoft.com/office/drawing/2014/main" id="{E8966262-0746-6048-97FB-CE97A9B1045A}"/>
              </a:ext>
            </a:extLst>
          </p:cNvPr>
          <p:cNvSpPr/>
          <p:nvPr/>
        </p:nvSpPr>
        <p:spPr>
          <a:xfrm>
            <a:off x="6670915" y="4031184"/>
            <a:ext cx="142323" cy="171999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8" name="椭圆 307">
            <a:extLst>
              <a:ext uri="{FF2B5EF4-FFF2-40B4-BE49-F238E27FC236}">
                <a16:creationId xmlns:a16="http://schemas.microsoft.com/office/drawing/2014/main" id="{7CD14D88-A397-4840-AF41-F82346B95270}"/>
              </a:ext>
            </a:extLst>
          </p:cNvPr>
          <p:cNvSpPr/>
          <p:nvPr/>
        </p:nvSpPr>
        <p:spPr>
          <a:xfrm>
            <a:off x="8322549" y="3974707"/>
            <a:ext cx="142323" cy="16386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9" name="三角形 308">
            <a:extLst>
              <a:ext uri="{FF2B5EF4-FFF2-40B4-BE49-F238E27FC236}">
                <a16:creationId xmlns:a16="http://schemas.microsoft.com/office/drawing/2014/main" id="{6391140C-3EB4-D345-8FEF-9E4DBECF8FE1}"/>
              </a:ext>
            </a:extLst>
          </p:cNvPr>
          <p:cNvSpPr/>
          <p:nvPr/>
        </p:nvSpPr>
        <p:spPr>
          <a:xfrm>
            <a:off x="6716301" y="3749989"/>
            <a:ext cx="142323" cy="16386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4" name="矩形 313">
            <a:extLst>
              <a:ext uri="{FF2B5EF4-FFF2-40B4-BE49-F238E27FC236}">
                <a16:creationId xmlns:a16="http://schemas.microsoft.com/office/drawing/2014/main" id="{0F02A8C8-83AD-F34E-BD81-88440B67E847}"/>
              </a:ext>
            </a:extLst>
          </p:cNvPr>
          <p:cNvSpPr/>
          <p:nvPr/>
        </p:nvSpPr>
        <p:spPr>
          <a:xfrm>
            <a:off x="6639016" y="3983912"/>
            <a:ext cx="218620" cy="259038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0" name="矩形 319">
            <a:extLst>
              <a:ext uri="{FF2B5EF4-FFF2-40B4-BE49-F238E27FC236}">
                <a16:creationId xmlns:a16="http://schemas.microsoft.com/office/drawing/2014/main" id="{9F6126E5-86BC-C24A-8AB7-F28456DB568B}"/>
              </a:ext>
            </a:extLst>
          </p:cNvPr>
          <p:cNvSpPr/>
          <p:nvPr/>
        </p:nvSpPr>
        <p:spPr>
          <a:xfrm>
            <a:off x="7688100" y="4692754"/>
            <a:ext cx="218620" cy="259038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2" name="提取 321">
            <a:extLst>
              <a:ext uri="{FF2B5EF4-FFF2-40B4-BE49-F238E27FC236}">
                <a16:creationId xmlns:a16="http://schemas.microsoft.com/office/drawing/2014/main" id="{FA9B69C4-8469-9740-B4C4-8F060B3F7688}"/>
              </a:ext>
            </a:extLst>
          </p:cNvPr>
          <p:cNvSpPr/>
          <p:nvPr/>
        </p:nvSpPr>
        <p:spPr>
          <a:xfrm>
            <a:off x="7715116" y="4739905"/>
            <a:ext cx="142323" cy="163864"/>
          </a:xfrm>
          <a:prstGeom prst="flowChartExtra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26" name="直线连接符 325">
            <a:extLst>
              <a:ext uri="{FF2B5EF4-FFF2-40B4-BE49-F238E27FC236}">
                <a16:creationId xmlns:a16="http://schemas.microsoft.com/office/drawing/2014/main" id="{A8739B37-5526-9444-9A61-E187CDD9AA52}"/>
              </a:ext>
            </a:extLst>
          </p:cNvPr>
          <p:cNvCxnSpPr>
            <a:cxnSpLocks/>
          </p:cNvCxnSpPr>
          <p:nvPr/>
        </p:nvCxnSpPr>
        <p:spPr>
          <a:xfrm flipH="1">
            <a:off x="10158002" y="3893625"/>
            <a:ext cx="201540" cy="2537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7" name="直线连接符 326">
            <a:extLst>
              <a:ext uri="{FF2B5EF4-FFF2-40B4-BE49-F238E27FC236}">
                <a16:creationId xmlns:a16="http://schemas.microsoft.com/office/drawing/2014/main" id="{BFD5114C-587D-724A-A47C-8121EF121EA4}"/>
              </a:ext>
            </a:extLst>
          </p:cNvPr>
          <p:cNvCxnSpPr>
            <a:cxnSpLocks/>
          </p:cNvCxnSpPr>
          <p:nvPr/>
        </p:nvCxnSpPr>
        <p:spPr>
          <a:xfrm>
            <a:off x="10359542" y="3893625"/>
            <a:ext cx="236065" cy="2537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8" name="直线连接符 327">
            <a:extLst>
              <a:ext uri="{FF2B5EF4-FFF2-40B4-BE49-F238E27FC236}">
                <a16:creationId xmlns:a16="http://schemas.microsoft.com/office/drawing/2014/main" id="{F88587A6-6DEC-154D-8983-7CEB002005DC}"/>
              </a:ext>
            </a:extLst>
          </p:cNvPr>
          <p:cNvCxnSpPr>
            <a:cxnSpLocks/>
          </p:cNvCxnSpPr>
          <p:nvPr/>
        </p:nvCxnSpPr>
        <p:spPr>
          <a:xfrm flipH="1">
            <a:off x="10027288" y="4277881"/>
            <a:ext cx="130714" cy="3221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9" name="直线连接符 328">
            <a:extLst>
              <a:ext uri="{FF2B5EF4-FFF2-40B4-BE49-F238E27FC236}">
                <a16:creationId xmlns:a16="http://schemas.microsoft.com/office/drawing/2014/main" id="{4A5B97BF-CEC5-5D47-B05D-F98D99596EED}"/>
              </a:ext>
            </a:extLst>
          </p:cNvPr>
          <p:cNvCxnSpPr>
            <a:cxnSpLocks/>
          </p:cNvCxnSpPr>
          <p:nvPr/>
        </p:nvCxnSpPr>
        <p:spPr>
          <a:xfrm>
            <a:off x="10158002" y="4277881"/>
            <a:ext cx="103292" cy="32216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0" name="直线连接符 329">
            <a:extLst>
              <a:ext uri="{FF2B5EF4-FFF2-40B4-BE49-F238E27FC236}">
                <a16:creationId xmlns:a16="http://schemas.microsoft.com/office/drawing/2014/main" id="{378AE14F-7E60-2B41-8DB9-FE30056C3F5A}"/>
              </a:ext>
            </a:extLst>
          </p:cNvPr>
          <p:cNvCxnSpPr>
            <a:cxnSpLocks/>
          </p:cNvCxnSpPr>
          <p:nvPr/>
        </p:nvCxnSpPr>
        <p:spPr>
          <a:xfrm flipH="1">
            <a:off x="10510025" y="4277881"/>
            <a:ext cx="85582" cy="3221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1" name="提取 330">
            <a:extLst>
              <a:ext uri="{FF2B5EF4-FFF2-40B4-BE49-F238E27FC236}">
                <a16:creationId xmlns:a16="http://schemas.microsoft.com/office/drawing/2014/main" id="{6F8970A8-D61B-084E-B38B-1EBD9B3AF718}"/>
              </a:ext>
            </a:extLst>
          </p:cNvPr>
          <p:cNvSpPr/>
          <p:nvPr/>
        </p:nvSpPr>
        <p:spPr>
          <a:xfrm>
            <a:off x="10189496" y="4600044"/>
            <a:ext cx="143595" cy="130499"/>
          </a:xfrm>
          <a:prstGeom prst="flowChartExtra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32" name="直线连接符 331">
            <a:extLst>
              <a:ext uri="{FF2B5EF4-FFF2-40B4-BE49-F238E27FC236}">
                <a16:creationId xmlns:a16="http://schemas.microsoft.com/office/drawing/2014/main" id="{0AE05800-997C-8849-B36B-CE84D2B5C6CB}"/>
              </a:ext>
            </a:extLst>
          </p:cNvPr>
          <p:cNvCxnSpPr>
            <a:cxnSpLocks/>
          </p:cNvCxnSpPr>
          <p:nvPr/>
        </p:nvCxnSpPr>
        <p:spPr>
          <a:xfrm>
            <a:off x="10595607" y="4277881"/>
            <a:ext cx="161367" cy="3221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3" name="椭圆 332">
            <a:extLst>
              <a:ext uri="{FF2B5EF4-FFF2-40B4-BE49-F238E27FC236}">
                <a16:creationId xmlns:a16="http://schemas.microsoft.com/office/drawing/2014/main" id="{A0042982-1789-B34B-B52C-F6862A0379CD}"/>
              </a:ext>
            </a:extLst>
          </p:cNvPr>
          <p:cNvSpPr/>
          <p:nvPr/>
        </p:nvSpPr>
        <p:spPr>
          <a:xfrm>
            <a:off x="9955490" y="4600043"/>
            <a:ext cx="143595" cy="1304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4" name="乘 333">
            <a:extLst>
              <a:ext uri="{FF2B5EF4-FFF2-40B4-BE49-F238E27FC236}">
                <a16:creationId xmlns:a16="http://schemas.microsoft.com/office/drawing/2014/main" id="{CA55ABCB-8CB5-894C-BD07-DD492255CA3D}"/>
              </a:ext>
            </a:extLst>
          </p:cNvPr>
          <p:cNvSpPr/>
          <p:nvPr/>
        </p:nvSpPr>
        <p:spPr>
          <a:xfrm>
            <a:off x="10438227" y="4568804"/>
            <a:ext cx="150204" cy="168224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5" name="提取 334">
            <a:extLst>
              <a:ext uri="{FF2B5EF4-FFF2-40B4-BE49-F238E27FC236}">
                <a16:creationId xmlns:a16="http://schemas.microsoft.com/office/drawing/2014/main" id="{2F139383-404F-5D40-A56F-40C41883D91C}"/>
              </a:ext>
            </a:extLst>
          </p:cNvPr>
          <p:cNvSpPr/>
          <p:nvPr/>
        </p:nvSpPr>
        <p:spPr>
          <a:xfrm>
            <a:off x="10685176" y="4589410"/>
            <a:ext cx="143595" cy="130499"/>
          </a:xfrm>
          <a:prstGeom prst="flowChartExtra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BFDAC892-420B-5D49-9084-352DEDA40307}"/>
              </a:ext>
            </a:extLst>
          </p:cNvPr>
          <p:cNvSpPr/>
          <p:nvPr/>
        </p:nvSpPr>
        <p:spPr>
          <a:xfrm>
            <a:off x="10086204" y="4147382"/>
            <a:ext cx="143595" cy="1304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7" name="椭圆 336">
            <a:extLst>
              <a:ext uri="{FF2B5EF4-FFF2-40B4-BE49-F238E27FC236}">
                <a16:creationId xmlns:a16="http://schemas.microsoft.com/office/drawing/2014/main" id="{D1FB5BAB-61E4-A548-9FEE-2080361DD4E4}"/>
              </a:ext>
            </a:extLst>
          </p:cNvPr>
          <p:cNvSpPr/>
          <p:nvPr/>
        </p:nvSpPr>
        <p:spPr>
          <a:xfrm>
            <a:off x="10523809" y="4147382"/>
            <a:ext cx="143595" cy="1304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8" name="椭圆 337">
            <a:extLst>
              <a:ext uri="{FF2B5EF4-FFF2-40B4-BE49-F238E27FC236}">
                <a16:creationId xmlns:a16="http://schemas.microsoft.com/office/drawing/2014/main" id="{15EC9DF5-7FFC-644D-8C06-33AE59BF9AAE}"/>
              </a:ext>
            </a:extLst>
          </p:cNvPr>
          <p:cNvSpPr/>
          <p:nvPr/>
        </p:nvSpPr>
        <p:spPr>
          <a:xfrm>
            <a:off x="10287744" y="3763126"/>
            <a:ext cx="143595" cy="1304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39" name="直线连接符 338">
            <a:extLst>
              <a:ext uri="{FF2B5EF4-FFF2-40B4-BE49-F238E27FC236}">
                <a16:creationId xmlns:a16="http://schemas.microsoft.com/office/drawing/2014/main" id="{0B52B095-FFB6-DC4F-9906-43971CB6562B}"/>
              </a:ext>
            </a:extLst>
          </p:cNvPr>
          <p:cNvCxnSpPr>
            <a:cxnSpLocks/>
          </p:cNvCxnSpPr>
          <p:nvPr/>
        </p:nvCxnSpPr>
        <p:spPr>
          <a:xfrm flipH="1">
            <a:off x="9929046" y="4730542"/>
            <a:ext cx="98242" cy="29235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0" name="直线连接符 339">
            <a:extLst>
              <a:ext uri="{FF2B5EF4-FFF2-40B4-BE49-F238E27FC236}">
                <a16:creationId xmlns:a16="http://schemas.microsoft.com/office/drawing/2014/main" id="{EDE7F73E-C138-FF49-88AE-8049DEBBAE93}"/>
              </a:ext>
            </a:extLst>
          </p:cNvPr>
          <p:cNvCxnSpPr>
            <a:cxnSpLocks/>
          </p:cNvCxnSpPr>
          <p:nvPr/>
        </p:nvCxnSpPr>
        <p:spPr>
          <a:xfrm>
            <a:off x="10027288" y="4730542"/>
            <a:ext cx="121039" cy="29235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1" name="椭圆 340">
            <a:extLst>
              <a:ext uri="{FF2B5EF4-FFF2-40B4-BE49-F238E27FC236}">
                <a16:creationId xmlns:a16="http://schemas.microsoft.com/office/drawing/2014/main" id="{2F5E624E-D781-044D-BE82-ED42C0694302}"/>
              </a:ext>
            </a:extLst>
          </p:cNvPr>
          <p:cNvSpPr/>
          <p:nvPr/>
        </p:nvSpPr>
        <p:spPr>
          <a:xfrm>
            <a:off x="9847624" y="5021279"/>
            <a:ext cx="143595" cy="130499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2" name="椭圆 341">
            <a:extLst>
              <a:ext uri="{FF2B5EF4-FFF2-40B4-BE49-F238E27FC236}">
                <a16:creationId xmlns:a16="http://schemas.microsoft.com/office/drawing/2014/main" id="{C305D815-0D0E-1F48-958E-3EE5C786A153}"/>
              </a:ext>
            </a:extLst>
          </p:cNvPr>
          <p:cNvSpPr/>
          <p:nvPr/>
        </p:nvSpPr>
        <p:spPr>
          <a:xfrm>
            <a:off x="10086807" y="5021278"/>
            <a:ext cx="143595" cy="130499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3" name="圆角矩形 342">
            <a:extLst>
              <a:ext uri="{FF2B5EF4-FFF2-40B4-BE49-F238E27FC236}">
                <a16:creationId xmlns:a16="http://schemas.microsoft.com/office/drawing/2014/main" id="{92C1AA65-D5B9-1E4B-8B5A-989936FDE0E9}"/>
              </a:ext>
            </a:extLst>
          </p:cNvPr>
          <p:cNvSpPr/>
          <p:nvPr/>
        </p:nvSpPr>
        <p:spPr>
          <a:xfrm flipH="1">
            <a:off x="10077912" y="5009672"/>
            <a:ext cx="181878" cy="169024"/>
          </a:xfrm>
          <a:prstGeom prst="round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4" name="圆角矩形 343">
            <a:extLst>
              <a:ext uri="{FF2B5EF4-FFF2-40B4-BE49-F238E27FC236}">
                <a16:creationId xmlns:a16="http://schemas.microsoft.com/office/drawing/2014/main" id="{DCDAC351-2B93-D649-92CF-11FD998860B0}"/>
              </a:ext>
            </a:extLst>
          </p:cNvPr>
          <p:cNvSpPr/>
          <p:nvPr/>
        </p:nvSpPr>
        <p:spPr>
          <a:xfrm flipH="1">
            <a:off x="10678317" y="4586894"/>
            <a:ext cx="181878" cy="169024"/>
          </a:xfrm>
          <a:prstGeom prst="round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45" name="文本框 344">
            <a:extLst>
              <a:ext uri="{FF2B5EF4-FFF2-40B4-BE49-F238E27FC236}">
                <a16:creationId xmlns:a16="http://schemas.microsoft.com/office/drawing/2014/main" id="{95852A42-DBA0-1845-BEC9-1514AC7845AF}"/>
              </a:ext>
            </a:extLst>
          </p:cNvPr>
          <p:cNvSpPr txBox="1"/>
          <p:nvPr/>
        </p:nvSpPr>
        <p:spPr>
          <a:xfrm>
            <a:off x="9742035" y="5129727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R1</a:t>
            </a:r>
            <a:endParaRPr kumimoji="1" lang="zh-CN" altLang="en-US" sz="800" b="1" i="1" dirty="0"/>
          </a:p>
        </p:txBody>
      </p:sp>
      <p:sp>
        <p:nvSpPr>
          <p:cNvPr id="346" name="文本框 345">
            <a:extLst>
              <a:ext uri="{FF2B5EF4-FFF2-40B4-BE49-F238E27FC236}">
                <a16:creationId xmlns:a16="http://schemas.microsoft.com/office/drawing/2014/main" id="{EB839596-993A-CF43-97BA-4CD881C8DB75}"/>
              </a:ext>
            </a:extLst>
          </p:cNvPr>
          <p:cNvSpPr txBox="1"/>
          <p:nvPr/>
        </p:nvSpPr>
        <p:spPr>
          <a:xfrm>
            <a:off x="10066075" y="5139559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R2</a:t>
            </a:r>
            <a:endParaRPr kumimoji="1" lang="zh-CN" altLang="en-US" sz="800" b="1" i="1" dirty="0"/>
          </a:p>
        </p:txBody>
      </p:sp>
      <p:sp>
        <p:nvSpPr>
          <p:cNvPr id="347" name="文本框 346">
            <a:extLst>
              <a:ext uri="{FF2B5EF4-FFF2-40B4-BE49-F238E27FC236}">
                <a16:creationId xmlns:a16="http://schemas.microsoft.com/office/drawing/2014/main" id="{3AA4CFC9-1DEF-6544-B90F-7CBFF4BB0D3B}"/>
              </a:ext>
            </a:extLst>
          </p:cNvPr>
          <p:cNvSpPr txBox="1"/>
          <p:nvPr/>
        </p:nvSpPr>
        <p:spPr>
          <a:xfrm>
            <a:off x="10092984" y="4712278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R3</a:t>
            </a:r>
            <a:endParaRPr kumimoji="1" lang="zh-CN" altLang="en-US" sz="800" b="1" i="1" dirty="0"/>
          </a:p>
        </p:txBody>
      </p:sp>
      <p:sp>
        <p:nvSpPr>
          <p:cNvPr id="348" name="文本框 347">
            <a:extLst>
              <a:ext uri="{FF2B5EF4-FFF2-40B4-BE49-F238E27FC236}">
                <a16:creationId xmlns:a16="http://schemas.microsoft.com/office/drawing/2014/main" id="{998F82F6-C3AF-4247-810A-0E4B4CA8FAA8}"/>
              </a:ext>
            </a:extLst>
          </p:cNvPr>
          <p:cNvSpPr txBox="1"/>
          <p:nvPr/>
        </p:nvSpPr>
        <p:spPr>
          <a:xfrm>
            <a:off x="10350444" y="4709978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R4</a:t>
            </a:r>
            <a:endParaRPr kumimoji="1" lang="zh-CN" altLang="en-US" sz="800" b="1" i="1" dirty="0"/>
          </a:p>
        </p:txBody>
      </p:sp>
      <p:sp>
        <p:nvSpPr>
          <p:cNvPr id="351" name="文本框 350">
            <a:extLst>
              <a:ext uri="{FF2B5EF4-FFF2-40B4-BE49-F238E27FC236}">
                <a16:creationId xmlns:a16="http://schemas.microsoft.com/office/drawing/2014/main" id="{81763BCF-614B-C440-B67E-25F0CC26F7DA}"/>
              </a:ext>
            </a:extLst>
          </p:cNvPr>
          <p:cNvSpPr txBox="1"/>
          <p:nvPr/>
        </p:nvSpPr>
        <p:spPr>
          <a:xfrm>
            <a:off x="10603299" y="4720163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R5</a:t>
            </a:r>
            <a:endParaRPr kumimoji="1" lang="zh-CN" altLang="en-US" sz="800" b="1" i="1" dirty="0"/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E4DCAF42-DC87-4540-AC36-6C546CA26961}"/>
              </a:ext>
            </a:extLst>
          </p:cNvPr>
          <p:cNvSpPr/>
          <p:nvPr/>
        </p:nvSpPr>
        <p:spPr>
          <a:xfrm>
            <a:off x="9659536" y="1360310"/>
            <a:ext cx="1375355" cy="16544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3" name="文本框 352">
            <a:extLst>
              <a:ext uri="{FF2B5EF4-FFF2-40B4-BE49-F238E27FC236}">
                <a16:creationId xmlns:a16="http://schemas.microsoft.com/office/drawing/2014/main" id="{3CDFA272-8D42-0643-9E71-81B2619C4EB9}"/>
              </a:ext>
            </a:extLst>
          </p:cNvPr>
          <p:cNvSpPr txBox="1"/>
          <p:nvPr/>
        </p:nvSpPr>
        <p:spPr>
          <a:xfrm>
            <a:off x="9868993" y="1369589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1</a:t>
            </a:r>
            <a:endParaRPr kumimoji="1" lang="zh-CN" altLang="en-US" sz="1400" b="1" i="1" dirty="0"/>
          </a:p>
        </p:txBody>
      </p:sp>
      <p:sp>
        <p:nvSpPr>
          <p:cNvPr id="354" name="椭圆 353">
            <a:extLst>
              <a:ext uri="{FF2B5EF4-FFF2-40B4-BE49-F238E27FC236}">
                <a16:creationId xmlns:a16="http://schemas.microsoft.com/office/drawing/2014/main" id="{A4D3CE6D-F625-764B-8EB3-D6D7F256C9F2}"/>
              </a:ext>
            </a:extLst>
          </p:cNvPr>
          <p:cNvSpPr/>
          <p:nvPr/>
        </p:nvSpPr>
        <p:spPr>
          <a:xfrm>
            <a:off x="9715440" y="1421279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5" name="提取 354">
            <a:extLst>
              <a:ext uri="{FF2B5EF4-FFF2-40B4-BE49-F238E27FC236}">
                <a16:creationId xmlns:a16="http://schemas.microsoft.com/office/drawing/2014/main" id="{F4B374A5-4087-0349-BCA3-A068E998F982}"/>
              </a:ext>
            </a:extLst>
          </p:cNvPr>
          <p:cNvSpPr/>
          <p:nvPr/>
        </p:nvSpPr>
        <p:spPr>
          <a:xfrm>
            <a:off x="9711903" y="2057020"/>
            <a:ext cx="172123" cy="182880"/>
          </a:xfrm>
          <a:prstGeom prst="flowChartExtra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6" name="文本框 355">
            <a:extLst>
              <a:ext uri="{FF2B5EF4-FFF2-40B4-BE49-F238E27FC236}">
                <a16:creationId xmlns:a16="http://schemas.microsoft.com/office/drawing/2014/main" id="{497B6AA6-A634-1343-8BFA-702A2DC05AB1}"/>
              </a:ext>
            </a:extLst>
          </p:cNvPr>
          <p:cNvSpPr txBox="1"/>
          <p:nvPr/>
        </p:nvSpPr>
        <p:spPr>
          <a:xfrm>
            <a:off x="9862744" y="1663102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2</a:t>
            </a:r>
            <a:endParaRPr kumimoji="1" lang="zh-CN" altLang="en-US" sz="1400" b="1" i="1" dirty="0"/>
          </a:p>
        </p:txBody>
      </p:sp>
      <p:sp>
        <p:nvSpPr>
          <p:cNvPr id="357" name="文本框 356">
            <a:extLst>
              <a:ext uri="{FF2B5EF4-FFF2-40B4-BE49-F238E27FC236}">
                <a16:creationId xmlns:a16="http://schemas.microsoft.com/office/drawing/2014/main" id="{9346286B-2CA3-AC46-A555-089929E5FACA}"/>
              </a:ext>
            </a:extLst>
          </p:cNvPr>
          <p:cNvSpPr txBox="1"/>
          <p:nvPr/>
        </p:nvSpPr>
        <p:spPr>
          <a:xfrm>
            <a:off x="9861288" y="2012038"/>
            <a:ext cx="938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3</a:t>
            </a:r>
            <a:endParaRPr kumimoji="1" lang="zh-CN" altLang="en-US" sz="1400" b="1" i="1" dirty="0"/>
          </a:p>
        </p:txBody>
      </p:sp>
      <p:sp>
        <p:nvSpPr>
          <p:cNvPr id="359" name="乘 358">
            <a:extLst>
              <a:ext uri="{FF2B5EF4-FFF2-40B4-BE49-F238E27FC236}">
                <a16:creationId xmlns:a16="http://schemas.microsoft.com/office/drawing/2014/main" id="{9E95FBFC-43B6-244D-8ECB-EF3A0F0A6A27}"/>
              </a:ext>
            </a:extLst>
          </p:cNvPr>
          <p:cNvSpPr/>
          <p:nvPr/>
        </p:nvSpPr>
        <p:spPr>
          <a:xfrm>
            <a:off x="9706558" y="2364040"/>
            <a:ext cx="191498" cy="25930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0" name="文本框 359">
            <a:extLst>
              <a:ext uri="{FF2B5EF4-FFF2-40B4-BE49-F238E27FC236}">
                <a16:creationId xmlns:a16="http://schemas.microsoft.com/office/drawing/2014/main" id="{96705952-4923-5449-A03F-E8AE34786834}"/>
              </a:ext>
            </a:extLst>
          </p:cNvPr>
          <p:cNvSpPr txBox="1"/>
          <p:nvPr/>
        </p:nvSpPr>
        <p:spPr>
          <a:xfrm>
            <a:off x="9861288" y="2346950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4</a:t>
            </a:r>
            <a:endParaRPr kumimoji="1" lang="zh-CN" altLang="en-US" sz="1400" b="1" i="1" dirty="0"/>
          </a:p>
        </p:txBody>
      </p:sp>
      <p:sp>
        <p:nvSpPr>
          <p:cNvPr id="362" name="文本框 361">
            <a:extLst>
              <a:ext uri="{FF2B5EF4-FFF2-40B4-BE49-F238E27FC236}">
                <a16:creationId xmlns:a16="http://schemas.microsoft.com/office/drawing/2014/main" id="{C1003B48-EC5A-5F4F-83AB-3DAE715258D1}"/>
              </a:ext>
            </a:extLst>
          </p:cNvPr>
          <p:cNvSpPr txBox="1"/>
          <p:nvPr/>
        </p:nvSpPr>
        <p:spPr>
          <a:xfrm>
            <a:off x="9851169" y="2693441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5</a:t>
            </a:r>
            <a:endParaRPr kumimoji="1" lang="zh-CN" altLang="en-US" sz="1400" b="1" i="1" dirty="0"/>
          </a:p>
        </p:txBody>
      </p:sp>
      <p:sp>
        <p:nvSpPr>
          <p:cNvPr id="363" name="下箭头 362">
            <a:extLst>
              <a:ext uri="{FF2B5EF4-FFF2-40B4-BE49-F238E27FC236}">
                <a16:creationId xmlns:a16="http://schemas.microsoft.com/office/drawing/2014/main" id="{31696D5D-DEE6-F34D-9140-098BF2F930A9}"/>
              </a:ext>
            </a:extLst>
          </p:cNvPr>
          <p:cNvSpPr/>
          <p:nvPr/>
        </p:nvSpPr>
        <p:spPr>
          <a:xfrm rot="10800000">
            <a:off x="10156237" y="3087573"/>
            <a:ext cx="331258" cy="579721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4" name="任意形状 363">
            <a:extLst>
              <a:ext uri="{FF2B5EF4-FFF2-40B4-BE49-F238E27FC236}">
                <a16:creationId xmlns:a16="http://schemas.microsoft.com/office/drawing/2014/main" id="{AF807C5A-66FF-AB4B-AF32-8BF678828301}"/>
              </a:ext>
            </a:extLst>
          </p:cNvPr>
          <p:cNvSpPr/>
          <p:nvPr/>
        </p:nvSpPr>
        <p:spPr>
          <a:xfrm>
            <a:off x="6304332" y="829339"/>
            <a:ext cx="4970346" cy="5188697"/>
          </a:xfrm>
          <a:custGeom>
            <a:avLst/>
            <a:gdLst>
              <a:gd name="connsiteX0" fmla="*/ 0 w 5030340"/>
              <a:gd name="connsiteY0" fmla="*/ 0 h 4736292"/>
              <a:gd name="connsiteX1" fmla="*/ 5030340 w 5030340"/>
              <a:gd name="connsiteY1" fmla="*/ 0 h 4736292"/>
              <a:gd name="connsiteX2" fmla="*/ 5030340 w 5030340"/>
              <a:gd name="connsiteY2" fmla="*/ 4736292 h 4736292"/>
              <a:gd name="connsiteX3" fmla="*/ 0 w 5030340"/>
              <a:gd name="connsiteY3" fmla="*/ 4736292 h 4736292"/>
              <a:gd name="connsiteX4" fmla="*/ 0 w 5030340"/>
              <a:gd name="connsiteY4" fmla="*/ 0 h 4736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0340" h="4736292">
                <a:moveTo>
                  <a:pt x="0" y="0"/>
                </a:moveTo>
                <a:lnTo>
                  <a:pt x="5030340" y="0"/>
                </a:lnTo>
                <a:lnTo>
                  <a:pt x="5030340" y="4736292"/>
                </a:lnTo>
                <a:lnTo>
                  <a:pt x="0" y="4736292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prstDash val="dash"/>
          </a:ln>
          <a:effectLst>
            <a:outerShdw blurRad="50800" dist="38100" dir="18900000" algn="bl" rotWithShape="0">
              <a:schemeClr val="accent5">
                <a:lumMod val="20000"/>
                <a:lumOff val="8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65" name="圆角矩形 364">
            <a:extLst>
              <a:ext uri="{FF2B5EF4-FFF2-40B4-BE49-F238E27FC236}">
                <a16:creationId xmlns:a16="http://schemas.microsoft.com/office/drawing/2014/main" id="{267CBDAE-E399-4E4F-A591-3DE64AB839AC}"/>
              </a:ext>
            </a:extLst>
          </p:cNvPr>
          <p:cNvSpPr/>
          <p:nvPr/>
        </p:nvSpPr>
        <p:spPr>
          <a:xfrm rot="5400000">
            <a:off x="5582906" y="-1436223"/>
            <a:ext cx="677159" cy="3690835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6" name="提取 365">
            <a:extLst>
              <a:ext uri="{FF2B5EF4-FFF2-40B4-BE49-F238E27FC236}">
                <a16:creationId xmlns:a16="http://schemas.microsoft.com/office/drawing/2014/main" id="{3ABC388C-8B2D-4547-A7C2-6441AE8418A5}"/>
              </a:ext>
            </a:extLst>
          </p:cNvPr>
          <p:cNvSpPr/>
          <p:nvPr/>
        </p:nvSpPr>
        <p:spPr>
          <a:xfrm>
            <a:off x="4180293" y="317957"/>
            <a:ext cx="172123" cy="182880"/>
          </a:xfrm>
          <a:prstGeom prst="flowChartExtra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7" name="椭圆 366">
            <a:extLst>
              <a:ext uri="{FF2B5EF4-FFF2-40B4-BE49-F238E27FC236}">
                <a16:creationId xmlns:a16="http://schemas.microsoft.com/office/drawing/2014/main" id="{F9236154-E708-F043-802F-1645D656253C}"/>
              </a:ext>
            </a:extLst>
          </p:cNvPr>
          <p:cNvSpPr/>
          <p:nvPr/>
        </p:nvSpPr>
        <p:spPr>
          <a:xfrm>
            <a:off x="6129855" y="323532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8" name="乘 367">
            <a:extLst>
              <a:ext uri="{FF2B5EF4-FFF2-40B4-BE49-F238E27FC236}">
                <a16:creationId xmlns:a16="http://schemas.microsoft.com/office/drawing/2014/main" id="{9D88C984-7828-3348-ADB1-56BAD9FC0078}"/>
              </a:ext>
            </a:extLst>
          </p:cNvPr>
          <p:cNvSpPr/>
          <p:nvPr/>
        </p:nvSpPr>
        <p:spPr>
          <a:xfrm>
            <a:off x="4945727" y="289266"/>
            <a:ext cx="191498" cy="25930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9" name="乘 368">
            <a:extLst>
              <a:ext uri="{FF2B5EF4-FFF2-40B4-BE49-F238E27FC236}">
                <a16:creationId xmlns:a16="http://schemas.microsoft.com/office/drawing/2014/main" id="{BA4FF0EA-D9D0-9A42-844B-43846F4E97CB}"/>
              </a:ext>
            </a:extLst>
          </p:cNvPr>
          <p:cNvSpPr/>
          <p:nvPr/>
        </p:nvSpPr>
        <p:spPr>
          <a:xfrm>
            <a:off x="6773434" y="286053"/>
            <a:ext cx="191498" cy="259307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4" name="文本框 373">
            <a:extLst>
              <a:ext uri="{FF2B5EF4-FFF2-40B4-BE49-F238E27FC236}">
                <a16:creationId xmlns:a16="http://schemas.microsoft.com/office/drawing/2014/main" id="{62573790-B405-744D-AE9E-A75AB8E920AD}"/>
              </a:ext>
            </a:extLst>
          </p:cNvPr>
          <p:cNvSpPr txBox="1"/>
          <p:nvPr/>
        </p:nvSpPr>
        <p:spPr>
          <a:xfrm>
            <a:off x="4303610" y="285984"/>
            <a:ext cx="704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5" name="文本框 374">
            <a:extLst>
              <a:ext uri="{FF2B5EF4-FFF2-40B4-BE49-F238E27FC236}">
                <a16:creationId xmlns:a16="http://schemas.microsoft.com/office/drawing/2014/main" id="{D8FB6B0C-7281-B649-9F8E-8C1714EFEBAD}"/>
              </a:ext>
            </a:extLst>
          </p:cNvPr>
          <p:cNvSpPr txBox="1"/>
          <p:nvPr/>
        </p:nvSpPr>
        <p:spPr>
          <a:xfrm>
            <a:off x="5083331" y="278894"/>
            <a:ext cx="1140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Outlier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6" name="文本框 375">
            <a:extLst>
              <a:ext uri="{FF2B5EF4-FFF2-40B4-BE49-F238E27FC236}">
                <a16:creationId xmlns:a16="http://schemas.microsoft.com/office/drawing/2014/main" id="{A947A671-42FD-724D-AE6C-4EBD57E5C6A5}"/>
              </a:ext>
            </a:extLst>
          </p:cNvPr>
          <p:cNvSpPr txBox="1"/>
          <p:nvPr/>
        </p:nvSpPr>
        <p:spPr>
          <a:xfrm>
            <a:off x="6256770" y="283225"/>
            <a:ext cx="550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Inlier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7" name="文本框 376">
            <a:extLst>
              <a:ext uri="{FF2B5EF4-FFF2-40B4-BE49-F238E27FC236}">
                <a16:creationId xmlns:a16="http://schemas.microsoft.com/office/drawing/2014/main" id="{1177CFD6-8335-734C-A5A7-8230F082B68F}"/>
              </a:ext>
            </a:extLst>
          </p:cNvPr>
          <p:cNvSpPr txBox="1"/>
          <p:nvPr/>
        </p:nvSpPr>
        <p:spPr>
          <a:xfrm>
            <a:off x="6897106" y="285273"/>
            <a:ext cx="1001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Inlier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" name="乘 377">
            <a:extLst>
              <a:ext uri="{FF2B5EF4-FFF2-40B4-BE49-F238E27FC236}">
                <a16:creationId xmlns:a16="http://schemas.microsoft.com/office/drawing/2014/main" id="{9277901F-E2F1-EA47-BC89-1E7C51FE730B}"/>
              </a:ext>
            </a:extLst>
          </p:cNvPr>
          <p:cNvSpPr/>
          <p:nvPr/>
        </p:nvSpPr>
        <p:spPr>
          <a:xfrm>
            <a:off x="8170082" y="4237824"/>
            <a:ext cx="182881" cy="226912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9" name="矩形 378">
                <a:extLst>
                  <a:ext uri="{FF2B5EF4-FFF2-40B4-BE49-F238E27FC236}">
                    <a16:creationId xmlns:a16="http://schemas.microsoft.com/office/drawing/2014/main" id="{176F94C9-1113-5F40-9919-4EBFE3240D3A}"/>
                  </a:ext>
                </a:extLst>
              </p:cNvPr>
              <p:cNvSpPr/>
              <p:nvPr/>
            </p:nvSpPr>
            <p:spPr>
              <a:xfrm>
                <a:off x="7104231" y="947071"/>
                <a:ext cx="1254627" cy="373442"/>
              </a:xfrm>
              <a:prstGeom prst="rect">
                <a:avLst/>
              </a:prstGeom>
              <a:noFill/>
              <a:ln w="12700">
                <a:noFill/>
                <a:prstDash val="sysDot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LOF Detection </a:t>
                </a:r>
                <a:br>
                  <a:rPr kumimoji="1"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b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𝒏𝒐𝒊𝒔𝒚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9" name="矩形 378">
                <a:extLst>
                  <a:ext uri="{FF2B5EF4-FFF2-40B4-BE49-F238E27FC236}">
                    <a16:creationId xmlns:a16="http://schemas.microsoft.com/office/drawing/2014/main" id="{176F94C9-1113-5F40-9919-4EBFE3240D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231" y="947071"/>
                <a:ext cx="1254627" cy="373442"/>
              </a:xfrm>
              <a:prstGeom prst="rect">
                <a:avLst/>
              </a:prstGeom>
              <a:blipFill>
                <a:blip r:embed="rId2"/>
                <a:stretch>
                  <a:fillRect t="-13333" b="-10000"/>
                </a:stretch>
              </a:blipFill>
              <a:ln w="12700">
                <a:noFill/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0" name="矩形 379">
                <a:extLst>
                  <a:ext uri="{FF2B5EF4-FFF2-40B4-BE49-F238E27FC236}">
                    <a16:creationId xmlns:a16="http://schemas.microsoft.com/office/drawing/2014/main" id="{624E1900-F85E-A243-8914-47A545ECB121}"/>
                  </a:ext>
                </a:extLst>
              </p:cNvPr>
              <p:cNvSpPr/>
              <p:nvPr/>
            </p:nvSpPr>
            <p:spPr>
              <a:xfrm>
                <a:off x="7178823" y="5418222"/>
                <a:ext cx="1254627" cy="373442"/>
              </a:xfrm>
              <a:prstGeom prst="rect">
                <a:avLst/>
              </a:prstGeom>
              <a:noFill/>
              <a:ln w="12700">
                <a:noFill/>
                <a:prstDash val="sysDot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Cleaned Data</a:t>
                </a:r>
                <a:br>
                  <a:rPr kumimoji="1"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b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𝒏𝒐𝒊𝒔𝒚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0" name="矩形 379">
                <a:extLst>
                  <a:ext uri="{FF2B5EF4-FFF2-40B4-BE49-F238E27FC236}">
                    <a16:creationId xmlns:a16="http://schemas.microsoft.com/office/drawing/2014/main" id="{624E1900-F85E-A243-8914-47A545ECB1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823" y="5418222"/>
                <a:ext cx="1254627" cy="373442"/>
              </a:xfrm>
              <a:prstGeom prst="rect">
                <a:avLst/>
              </a:prstGeom>
              <a:blipFill>
                <a:blip r:embed="rId3"/>
                <a:stretch>
                  <a:fillRect t="-13333" b="-10000"/>
                </a:stretch>
              </a:blipFill>
              <a:ln w="12700">
                <a:noFill/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1" name="矩形 380">
                <a:extLst>
                  <a:ext uri="{FF2B5EF4-FFF2-40B4-BE49-F238E27FC236}">
                    <a16:creationId xmlns:a16="http://schemas.microsoft.com/office/drawing/2014/main" id="{8599BC1E-19A8-E545-9EEE-6E485EFE26B6}"/>
                  </a:ext>
                </a:extLst>
              </p:cNvPr>
              <p:cNvSpPr/>
              <p:nvPr/>
            </p:nvSpPr>
            <p:spPr>
              <a:xfrm>
                <a:off x="9732227" y="932604"/>
                <a:ext cx="1254627" cy="373442"/>
              </a:xfrm>
              <a:prstGeom prst="rect">
                <a:avLst/>
              </a:prstGeom>
              <a:noFill/>
              <a:ln w="12700">
                <a:noFill/>
                <a:prstDash val="sysDot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Rule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𝒄𝒍𝒆𝒂𝒏𝒆𝒅</m:t>
                        </m:r>
                      </m:sub>
                    </m:sSub>
                  </m:oMath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1" name="矩形 380">
                <a:extLst>
                  <a:ext uri="{FF2B5EF4-FFF2-40B4-BE49-F238E27FC236}">
                    <a16:creationId xmlns:a16="http://schemas.microsoft.com/office/drawing/2014/main" id="{8599BC1E-19A8-E545-9EEE-6E485EFE26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2227" y="932604"/>
                <a:ext cx="1254627" cy="373442"/>
              </a:xfrm>
              <a:prstGeom prst="rect">
                <a:avLst/>
              </a:prstGeom>
              <a:blipFill>
                <a:blip r:embed="rId4"/>
                <a:stretch>
                  <a:fillRect t="-6452" b="-9677"/>
                </a:stretch>
              </a:blipFill>
              <a:ln w="12700">
                <a:noFill/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2" name="矩形 381">
            <a:extLst>
              <a:ext uri="{FF2B5EF4-FFF2-40B4-BE49-F238E27FC236}">
                <a16:creationId xmlns:a16="http://schemas.microsoft.com/office/drawing/2014/main" id="{B6CC8CC9-402E-4046-B7C4-D3D588EE0068}"/>
              </a:ext>
            </a:extLst>
          </p:cNvPr>
          <p:cNvSpPr/>
          <p:nvPr/>
        </p:nvSpPr>
        <p:spPr>
          <a:xfrm>
            <a:off x="9764206" y="5434196"/>
            <a:ext cx="1254627" cy="373442"/>
          </a:xfrm>
          <a:prstGeom prst="rect">
            <a:avLst/>
          </a:prstGeom>
          <a:noFill/>
          <a:ln w="1270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STAIR Interpretation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4" name="圆角矩形 383">
            <a:extLst>
              <a:ext uri="{FF2B5EF4-FFF2-40B4-BE49-F238E27FC236}">
                <a16:creationId xmlns:a16="http://schemas.microsoft.com/office/drawing/2014/main" id="{54D431FF-7F36-234C-85F7-26767E32D88F}"/>
              </a:ext>
            </a:extLst>
          </p:cNvPr>
          <p:cNvSpPr/>
          <p:nvPr/>
        </p:nvSpPr>
        <p:spPr>
          <a:xfrm rot="5400000">
            <a:off x="2801853" y="3584920"/>
            <a:ext cx="382772" cy="516391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154877D8-00EC-6843-96FD-700BEF1738EE}"/>
              </a:ext>
            </a:extLst>
          </p:cNvPr>
          <p:cNvSpPr txBox="1"/>
          <p:nvPr/>
        </p:nvSpPr>
        <p:spPr>
          <a:xfrm>
            <a:off x="508355" y="6007651"/>
            <a:ext cx="5403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Summarization without Misclassification Identification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8" name="圆角矩形 387">
            <a:extLst>
              <a:ext uri="{FF2B5EF4-FFF2-40B4-BE49-F238E27FC236}">
                <a16:creationId xmlns:a16="http://schemas.microsoft.com/office/drawing/2014/main" id="{C4229321-99F2-B741-A689-27E86943F30D}"/>
              </a:ext>
            </a:extLst>
          </p:cNvPr>
          <p:cNvSpPr/>
          <p:nvPr/>
        </p:nvSpPr>
        <p:spPr>
          <a:xfrm rot="5400000">
            <a:off x="8589530" y="3576887"/>
            <a:ext cx="382772" cy="516391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3E276C74-5F7D-A649-B94F-D614FF0714FB}"/>
              </a:ext>
            </a:extLst>
          </p:cNvPr>
          <p:cNvSpPr txBox="1"/>
          <p:nvPr/>
        </p:nvSpPr>
        <p:spPr>
          <a:xfrm>
            <a:off x="6455523" y="6011193"/>
            <a:ext cx="5403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Summarization with Misclassification Identification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0" name="矩形 389">
                <a:extLst>
                  <a:ext uri="{FF2B5EF4-FFF2-40B4-BE49-F238E27FC236}">
                    <a16:creationId xmlns:a16="http://schemas.microsoft.com/office/drawing/2014/main" id="{636B0D67-CA66-E341-9D2B-35C80ACB9F98}"/>
                  </a:ext>
                </a:extLst>
              </p:cNvPr>
              <p:cNvSpPr/>
              <p:nvPr/>
            </p:nvSpPr>
            <p:spPr>
              <a:xfrm>
                <a:off x="1416568" y="944446"/>
                <a:ext cx="1254627" cy="385937"/>
              </a:xfrm>
              <a:prstGeom prst="rect">
                <a:avLst/>
              </a:prstGeom>
              <a:noFill/>
              <a:ln w="12700">
                <a:noFill/>
                <a:prstDash val="sysDot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Dataset</a:t>
                </a:r>
              </a:p>
              <a:p>
                <a:pPr algn="ctr"/>
                <a:r>
                  <a:rPr kumimoji="1" lang="en-US" altLang="zh-CN" sz="120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  <m:sub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𝒕𝒓𝒂𝒊𝒏</m:t>
                        </m:r>
                      </m:sub>
                    </m:sSub>
                  </m:oMath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0" name="矩形 389">
                <a:extLst>
                  <a:ext uri="{FF2B5EF4-FFF2-40B4-BE49-F238E27FC236}">
                    <a16:creationId xmlns:a16="http://schemas.microsoft.com/office/drawing/2014/main" id="{636B0D67-CA66-E341-9D2B-35C80ACB9F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568" y="944446"/>
                <a:ext cx="1254627" cy="385937"/>
              </a:xfrm>
              <a:prstGeom prst="rect">
                <a:avLst/>
              </a:prstGeom>
              <a:blipFill>
                <a:blip r:embed="rId5"/>
                <a:stretch>
                  <a:fillRect t="-6250" b="-6250"/>
                </a:stretch>
              </a:blipFill>
              <a:ln w="12700">
                <a:noFill/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1" name="矩形 390">
                <a:extLst>
                  <a:ext uri="{FF2B5EF4-FFF2-40B4-BE49-F238E27FC236}">
                    <a16:creationId xmlns:a16="http://schemas.microsoft.com/office/drawing/2014/main" id="{27A70E9C-D612-9042-A8B7-E33A52B3F38C}"/>
                  </a:ext>
                </a:extLst>
              </p:cNvPr>
              <p:cNvSpPr/>
              <p:nvPr/>
            </p:nvSpPr>
            <p:spPr>
              <a:xfrm>
                <a:off x="3808863" y="966339"/>
                <a:ext cx="1254627" cy="373442"/>
              </a:xfrm>
              <a:prstGeom prst="rect">
                <a:avLst/>
              </a:prstGeom>
              <a:noFill/>
              <a:ln w="12700">
                <a:noFill/>
                <a:prstDash val="sysDot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Rule Set</a:t>
                </a:r>
              </a:p>
              <a:p>
                <a:pPr algn="ctr"/>
                <a:r>
                  <a:rPr kumimoji="1"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𝒏𝒐𝒊𝒔𝒚</m:t>
                        </m:r>
                      </m:sub>
                    </m:sSub>
                  </m:oMath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1" name="矩形 390">
                <a:extLst>
                  <a:ext uri="{FF2B5EF4-FFF2-40B4-BE49-F238E27FC236}">
                    <a16:creationId xmlns:a16="http://schemas.microsoft.com/office/drawing/2014/main" id="{27A70E9C-D612-9042-A8B7-E33A52B3F3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8863" y="966339"/>
                <a:ext cx="1254627" cy="373442"/>
              </a:xfrm>
              <a:prstGeom prst="rect">
                <a:avLst/>
              </a:prstGeom>
              <a:blipFill>
                <a:blip r:embed="rId6"/>
                <a:stretch>
                  <a:fillRect t="-10000" b="-10000"/>
                </a:stretch>
              </a:blipFill>
              <a:ln w="12700">
                <a:noFill/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2" name="矩形 391">
                <a:extLst>
                  <a:ext uri="{FF2B5EF4-FFF2-40B4-BE49-F238E27FC236}">
                    <a16:creationId xmlns:a16="http://schemas.microsoft.com/office/drawing/2014/main" id="{B522C699-D57D-7F4A-B7A1-F9D49469C88D}"/>
                  </a:ext>
                </a:extLst>
              </p:cNvPr>
              <p:cNvSpPr/>
              <p:nvPr/>
            </p:nvSpPr>
            <p:spPr>
              <a:xfrm>
                <a:off x="1323020" y="5408712"/>
                <a:ext cx="1254627" cy="373442"/>
              </a:xfrm>
              <a:prstGeom prst="rect">
                <a:avLst/>
              </a:prstGeom>
              <a:noFill/>
              <a:ln w="12700">
                <a:noFill/>
                <a:prstDash val="sysDot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LOF Detection </a:t>
                </a:r>
                <a:br>
                  <a:rPr kumimoji="1"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b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𝒏𝒐𝒊𝒔𝒚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2" name="矩形 391">
                <a:extLst>
                  <a:ext uri="{FF2B5EF4-FFF2-40B4-BE49-F238E27FC236}">
                    <a16:creationId xmlns:a16="http://schemas.microsoft.com/office/drawing/2014/main" id="{B522C699-D57D-7F4A-B7A1-F9D49469C8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020" y="5408712"/>
                <a:ext cx="1254627" cy="373442"/>
              </a:xfrm>
              <a:prstGeom prst="rect">
                <a:avLst/>
              </a:prstGeom>
              <a:blipFill>
                <a:blip r:embed="rId7"/>
                <a:stretch>
                  <a:fillRect t="-13333" b="-10000"/>
                </a:stretch>
              </a:blipFill>
              <a:ln w="12700">
                <a:noFill/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3" name="矩形 392">
            <a:extLst>
              <a:ext uri="{FF2B5EF4-FFF2-40B4-BE49-F238E27FC236}">
                <a16:creationId xmlns:a16="http://schemas.microsoft.com/office/drawing/2014/main" id="{0490AE0A-18BB-AD4F-BF7F-CCE0C349F0AC}"/>
              </a:ext>
            </a:extLst>
          </p:cNvPr>
          <p:cNvSpPr/>
          <p:nvPr/>
        </p:nvSpPr>
        <p:spPr>
          <a:xfrm>
            <a:off x="3824025" y="5425462"/>
            <a:ext cx="1254627" cy="373442"/>
          </a:xfrm>
          <a:prstGeom prst="rect">
            <a:avLst/>
          </a:prstGeom>
          <a:noFill/>
          <a:ln w="1270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STAIR Interpretation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4" name="矩形 393">
            <a:extLst>
              <a:ext uri="{FF2B5EF4-FFF2-40B4-BE49-F238E27FC236}">
                <a16:creationId xmlns:a16="http://schemas.microsoft.com/office/drawing/2014/main" id="{7F08F774-842C-7342-B83F-CD0AEB6F17C1}"/>
              </a:ext>
            </a:extLst>
          </p:cNvPr>
          <p:cNvSpPr/>
          <p:nvPr/>
        </p:nvSpPr>
        <p:spPr>
          <a:xfrm>
            <a:off x="1957217" y="3157224"/>
            <a:ext cx="1254627" cy="373442"/>
          </a:xfrm>
          <a:prstGeom prst="rect">
            <a:avLst/>
          </a:prstGeom>
          <a:noFill/>
          <a:ln w="1270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LOF Detection</a:t>
            </a:r>
            <a:endParaRPr kumimoji="1"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5" name="矩形 394">
            <a:extLst>
              <a:ext uri="{FF2B5EF4-FFF2-40B4-BE49-F238E27FC236}">
                <a16:creationId xmlns:a16="http://schemas.microsoft.com/office/drawing/2014/main" id="{6DE2B910-AA12-A64F-965C-D1C0D381481C}"/>
              </a:ext>
            </a:extLst>
          </p:cNvPr>
          <p:cNvSpPr/>
          <p:nvPr/>
        </p:nvSpPr>
        <p:spPr>
          <a:xfrm>
            <a:off x="7745975" y="3172796"/>
            <a:ext cx="1254627" cy="373442"/>
          </a:xfrm>
          <a:prstGeom prst="rect">
            <a:avLst/>
          </a:prstGeom>
          <a:noFill/>
          <a:ln w="1270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Misclassification Identification</a:t>
            </a:r>
            <a:endParaRPr kumimoji="1"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6" name="椭圆 395">
            <a:extLst>
              <a:ext uri="{FF2B5EF4-FFF2-40B4-BE49-F238E27FC236}">
                <a16:creationId xmlns:a16="http://schemas.microsoft.com/office/drawing/2014/main" id="{3D065AFF-BE14-904E-AB0A-329B9F9D39FE}"/>
              </a:ext>
            </a:extLst>
          </p:cNvPr>
          <p:cNvSpPr/>
          <p:nvPr/>
        </p:nvSpPr>
        <p:spPr>
          <a:xfrm>
            <a:off x="9717370" y="1724149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7" name="矩形 396">
            <a:extLst>
              <a:ext uri="{FF2B5EF4-FFF2-40B4-BE49-F238E27FC236}">
                <a16:creationId xmlns:a16="http://schemas.microsoft.com/office/drawing/2014/main" id="{686AEA57-E216-A34D-9DD4-3AA181B73ED9}"/>
              </a:ext>
            </a:extLst>
          </p:cNvPr>
          <p:cNvSpPr/>
          <p:nvPr/>
        </p:nvSpPr>
        <p:spPr>
          <a:xfrm>
            <a:off x="9706517" y="1693180"/>
            <a:ext cx="218620" cy="259038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8" name="提取 397">
            <a:extLst>
              <a:ext uri="{FF2B5EF4-FFF2-40B4-BE49-F238E27FC236}">
                <a16:creationId xmlns:a16="http://schemas.microsoft.com/office/drawing/2014/main" id="{9FA254C9-7014-8A4B-AB64-58BF49896CB7}"/>
              </a:ext>
            </a:extLst>
          </p:cNvPr>
          <p:cNvSpPr/>
          <p:nvPr/>
        </p:nvSpPr>
        <p:spPr>
          <a:xfrm>
            <a:off x="9718716" y="2723826"/>
            <a:ext cx="172123" cy="182880"/>
          </a:xfrm>
          <a:prstGeom prst="flowChartExtra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9" name="矩形 398">
            <a:extLst>
              <a:ext uri="{FF2B5EF4-FFF2-40B4-BE49-F238E27FC236}">
                <a16:creationId xmlns:a16="http://schemas.microsoft.com/office/drawing/2014/main" id="{DA2B48DB-6C01-BC41-AF1D-65EEDECB9B91}"/>
              </a:ext>
            </a:extLst>
          </p:cNvPr>
          <p:cNvSpPr/>
          <p:nvPr/>
        </p:nvSpPr>
        <p:spPr>
          <a:xfrm>
            <a:off x="9696869" y="2702107"/>
            <a:ext cx="218620" cy="259038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00" name="图片 399">
            <a:extLst>
              <a:ext uri="{FF2B5EF4-FFF2-40B4-BE49-F238E27FC236}">
                <a16:creationId xmlns:a16="http://schemas.microsoft.com/office/drawing/2014/main" id="{9D03DD99-49D7-F349-8ED3-D3E495B8BF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5348" y="3188257"/>
            <a:ext cx="326066" cy="326066"/>
          </a:xfrm>
          <a:prstGeom prst="rect">
            <a:avLst/>
          </a:prstGeom>
        </p:spPr>
      </p:pic>
      <p:sp>
        <p:nvSpPr>
          <p:cNvPr id="401" name="六边形 400">
            <a:extLst>
              <a:ext uri="{FF2B5EF4-FFF2-40B4-BE49-F238E27FC236}">
                <a16:creationId xmlns:a16="http://schemas.microsoft.com/office/drawing/2014/main" id="{54A0442B-38BE-7F4B-A9FB-CEDB51FCCAF3}"/>
              </a:ext>
            </a:extLst>
          </p:cNvPr>
          <p:cNvSpPr/>
          <p:nvPr/>
        </p:nvSpPr>
        <p:spPr>
          <a:xfrm>
            <a:off x="7107331" y="3112463"/>
            <a:ext cx="505857" cy="447667"/>
          </a:xfrm>
          <a:prstGeom prst="hexagon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2225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圆角矩形 272">
            <a:extLst>
              <a:ext uri="{FF2B5EF4-FFF2-40B4-BE49-F238E27FC236}">
                <a16:creationId xmlns:a16="http://schemas.microsoft.com/office/drawing/2014/main" id="{6FA495C0-5988-304F-9045-D81F97E5E976}"/>
              </a:ext>
            </a:extLst>
          </p:cNvPr>
          <p:cNvSpPr/>
          <p:nvPr/>
        </p:nvSpPr>
        <p:spPr>
          <a:xfrm>
            <a:off x="84561" y="1360966"/>
            <a:ext cx="11961628" cy="4025637"/>
          </a:xfrm>
          <a:prstGeom prst="roundRect">
            <a:avLst/>
          </a:prstGeom>
          <a:solidFill>
            <a:srgbClr val="F6F6F6"/>
          </a:solidFill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4A0CCA-FAC7-CE4B-94FD-D68568D9C1A2}"/>
              </a:ext>
            </a:extLst>
          </p:cNvPr>
          <p:cNvSpPr/>
          <p:nvPr/>
        </p:nvSpPr>
        <p:spPr>
          <a:xfrm>
            <a:off x="328718" y="1987272"/>
            <a:ext cx="2294943" cy="2804763"/>
          </a:xfrm>
          <a:prstGeom prst="rect">
            <a:avLst/>
          </a:prstGeom>
          <a:solidFill>
            <a:srgbClr val="E8F9F5"/>
          </a:solidFill>
          <a:ln w="6350"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三角形 4">
            <a:extLst>
              <a:ext uri="{FF2B5EF4-FFF2-40B4-BE49-F238E27FC236}">
                <a16:creationId xmlns:a16="http://schemas.microsoft.com/office/drawing/2014/main" id="{4805C295-DBFD-C049-8411-46C40BFADABE}"/>
              </a:ext>
            </a:extLst>
          </p:cNvPr>
          <p:cNvSpPr/>
          <p:nvPr/>
        </p:nvSpPr>
        <p:spPr>
          <a:xfrm>
            <a:off x="614428" y="2282620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三角形 12">
            <a:extLst>
              <a:ext uri="{FF2B5EF4-FFF2-40B4-BE49-F238E27FC236}">
                <a16:creationId xmlns:a16="http://schemas.microsoft.com/office/drawing/2014/main" id="{0D6E16D6-DB5D-5B4F-A6E9-7A7B879F8D9F}"/>
              </a:ext>
            </a:extLst>
          </p:cNvPr>
          <p:cNvSpPr/>
          <p:nvPr/>
        </p:nvSpPr>
        <p:spPr>
          <a:xfrm>
            <a:off x="998024" y="4090224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三角形 13">
            <a:extLst>
              <a:ext uri="{FF2B5EF4-FFF2-40B4-BE49-F238E27FC236}">
                <a16:creationId xmlns:a16="http://schemas.microsoft.com/office/drawing/2014/main" id="{EF00C65A-9E2A-5840-9177-EA62C6195A79}"/>
              </a:ext>
            </a:extLst>
          </p:cNvPr>
          <p:cNvSpPr/>
          <p:nvPr/>
        </p:nvSpPr>
        <p:spPr>
          <a:xfrm>
            <a:off x="2360103" y="2518393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三角形 14">
            <a:extLst>
              <a:ext uri="{FF2B5EF4-FFF2-40B4-BE49-F238E27FC236}">
                <a16:creationId xmlns:a16="http://schemas.microsoft.com/office/drawing/2014/main" id="{074105EF-2186-5E4B-94DD-BC0CAE255F01}"/>
              </a:ext>
            </a:extLst>
          </p:cNvPr>
          <p:cNvSpPr/>
          <p:nvPr/>
        </p:nvSpPr>
        <p:spPr>
          <a:xfrm>
            <a:off x="2065403" y="4518856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三角形 15">
            <a:extLst>
              <a:ext uri="{FF2B5EF4-FFF2-40B4-BE49-F238E27FC236}">
                <a16:creationId xmlns:a16="http://schemas.microsoft.com/office/drawing/2014/main" id="{11B554DD-4A55-6344-8971-F5449C2137F8}"/>
              </a:ext>
            </a:extLst>
          </p:cNvPr>
          <p:cNvSpPr/>
          <p:nvPr/>
        </p:nvSpPr>
        <p:spPr>
          <a:xfrm>
            <a:off x="2366602" y="4306555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三角形 16">
            <a:extLst>
              <a:ext uri="{FF2B5EF4-FFF2-40B4-BE49-F238E27FC236}">
                <a16:creationId xmlns:a16="http://schemas.microsoft.com/office/drawing/2014/main" id="{A591E0DA-DB96-6B44-B5C8-912F2790FDA6}"/>
              </a:ext>
            </a:extLst>
          </p:cNvPr>
          <p:cNvSpPr/>
          <p:nvPr/>
        </p:nvSpPr>
        <p:spPr>
          <a:xfrm>
            <a:off x="731476" y="2699423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三角形 18">
            <a:extLst>
              <a:ext uri="{FF2B5EF4-FFF2-40B4-BE49-F238E27FC236}">
                <a16:creationId xmlns:a16="http://schemas.microsoft.com/office/drawing/2014/main" id="{04087BF9-E36D-F24D-ACF6-E402E36F1AA2}"/>
              </a:ext>
            </a:extLst>
          </p:cNvPr>
          <p:cNvSpPr/>
          <p:nvPr/>
        </p:nvSpPr>
        <p:spPr>
          <a:xfrm>
            <a:off x="422846" y="2763197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FF2E3C4D-1A67-5047-B146-B8158F9E9ED3}"/>
              </a:ext>
            </a:extLst>
          </p:cNvPr>
          <p:cNvSpPr/>
          <p:nvPr/>
        </p:nvSpPr>
        <p:spPr>
          <a:xfrm>
            <a:off x="1453921" y="2754277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8583E054-38DC-3842-AC99-B1F4587C386F}"/>
              </a:ext>
            </a:extLst>
          </p:cNvPr>
          <p:cNvSpPr/>
          <p:nvPr/>
        </p:nvSpPr>
        <p:spPr>
          <a:xfrm>
            <a:off x="1784395" y="3181159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2CFB6059-65C3-F34D-8743-8D2C7C7A914D}"/>
              </a:ext>
            </a:extLst>
          </p:cNvPr>
          <p:cNvSpPr/>
          <p:nvPr/>
        </p:nvSpPr>
        <p:spPr>
          <a:xfrm>
            <a:off x="1284862" y="3581552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D972543-96D8-F54B-9FF9-882CC3FDD98E}"/>
              </a:ext>
            </a:extLst>
          </p:cNvPr>
          <p:cNvSpPr/>
          <p:nvPr/>
        </p:nvSpPr>
        <p:spPr>
          <a:xfrm>
            <a:off x="1775929" y="3799228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C1F434F8-86A1-D244-BEB4-87BA21927F05}"/>
              </a:ext>
            </a:extLst>
          </p:cNvPr>
          <p:cNvSpPr/>
          <p:nvPr/>
        </p:nvSpPr>
        <p:spPr>
          <a:xfrm>
            <a:off x="2080729" y="3463015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7E4FCAAE-0F52-0047-B9BF-D8FFF57ED700}"/>
              </a:ext>
            </a:extLst>
          </p:cNvPr>
          <p:cNvSpPr/>
          <p:nvPr/>
        </p:nvSpPr>
        <p:spPr>
          <a:xfrm>
            <a:off x="1640462" y="4087094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3FB5FA96-8FEC-CF40-8ABE-1C7F58672D7B}"/>
              </a:ext>
            </a:extLst>
          </p:cNvPr>
          <p:cNvSpPr/>
          <p:nvPr/>
        </p:nvSpPr>
        <p:spPr>
          <a:xfrm>
            <a:off x="2004528" y="4222561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5124C4E8-4018-2C46-B05F-86D7F04296D3}"/>
              </a:ext>
            </a:extLst>
          </p:cNvPr>
          <p:cNvSpPr/>
          <p:nvPr/>
        </p:nvSpPr>
        <p:spPr>
          <a:xfrm>
            <a:off x="1115255" y="3118342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AA417DED-EB97-124C-B1C9-10AA301862F2}"/>
              </a:ext>
            </a:extLst>
          </p:cNvPr>
          <p:cNvSpPr/>
          <p:nvPr/>
        </p:nvSpPr>
        <p:spPr>
          <a:xfrm>
            <a:off x="811547" y="3630166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F40ABBFF-4A98-3D46-99B6-D8F5BD01C3EB}"/>
              </a:ext>
            </a:extLst>
          </p:cNvPr>
          <p:cNvCxnSpPr>
            <a:cxnSpLocks/>
          </p:cNvCxnSpPr>
          <p:nvPr/>
        </p:nvCxnSpPr>
        <p:spPr>
          <a:xfrm flipV="1">
            <a:off x="2623661" y="3404536"/>
            <a:ext cx="466729" cy="181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978C1955-EEB8-954B-9711-050FFA24F76C}"/>
              </a:ext>
            </a:extLst>
          </p:cNvPr>
          <p:cNvSpPr/>
          <p:nvPr/>
        </p:nvSpPr>
        <p:spPr>
          <a:xfrm>
            <a:off x="506918" y="1471397"/>
            <a:ext cx="4820380" cy="373442"/>
          </a:xfrm>
          <a:prstGeom prst="rect">
            <a:avLst/>
          </a:prstGeom>
          <a:noFill/>
          <a:ln w="12700">
            <a:noFill/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cs typeface="Times New Roman" panose="02020603050405020304" pitchFamily="18" charset="0"/>
              </a:rPr>
              <a:t>LOF Detection</a:t>
            </a:r>
            <a:endParaRPr kumimoji="1" lang="zh-CN" altLang="en-US" sz="1400" b="1" dirty="0">
              <a:cs typeface="Times New Roman" panose="02020603050405020304" pitchFamily="18" charset="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774DFA2-B08D-7F46-8EA8-4513C3DEC19F}"/>
              </a:ext>
            </a:extLst>
          </p:cNvPr>
          <p:cNvSpPr/>
          <p:nvPr/>
        </p:nvSpPr>
        <p:spPr>
          <a:xfrm>
            <a:off x="5596337" y="1468118"/>
            <a:ext cx="2980998" cy="382115"/>
          </a:xfrm>
          <a:prstGeom prst="rect">
            <a:avLst/>
          </a:prstGeom>
          <a:noFill/>
          <a:ln w="1270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cs typeface="Times New Roman" panose="02020603050405020304" pitchFamily="18" charset="0"/>
              </a:rPr>
              <a:t>Misclassification Identification</a:t>
            </a:r>
            <a:endParaRPr kumimoji="1" lang="zh-CN" altLang="en-US" sz="1400" b="1" dirty="0">
              <a:cs typeface="Times New Roman" panose="02020603050405020304" pitchFamily="18" charset="0"/>
            </a:endParaRPr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74E74495-BB35-AF4A-A677-E7FD4BCC3229}"/>
              </a:ext>
            </a:extLst>
          </p:cNvPr>
          <p:cNvSpPr/>
          <p:nvPr/>
        </p:nvSpPr>
        <p:spPr>
          <a:xfrm>
            <a:off x="1431667" y="3264113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三角形 78">
            <a:extLst>
              <a:ext uri="{FF2B5EF4-FFF2-40B4-BE49-F238E27FC236}">
                <a16:creationId xmlns:a16="http://schemas.microsoft.com/office/drawing/2014/main" id="{E98D41E6-FF9A-ED4B-80CC-49F3482C764E}"/>
              </a:ext>
            </a:extLst>
          </p:cNvPr>
          <p:cNvSpPr/>
          <p:nvPr/>
        </p:nvSpPr>
        <p:spPr>
          <a:xfrm>
            <a:off x="2021193" y="2217663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" name="三角形 79">
            <a:extLst>
              <a:ext uri="{FF2B5EF4-FFF2-40B4-BE49-F238E27FC236}">
                <a16:creationId xmlns:a16="http://schemas.microsoft.com/office/drawing/2014/main" id="{5522DA48-0AE0-2F4B-AE4B-AD2A47C3EFF2}"/>
              </a:ext>
            </a:extLst>
          </p:cNvPr>
          <p:cNvSpPr/>
          <p:nvPr/>
        </p:nvSpPr>
        <p:spPr>
          <a:xfrm>
            <a:off x="1535183" y="2135731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1" name="三角形 80">
            <a:extLst>
              <a:ext uri="{FF2B5EF4-FFF2-40B4-BE49-F238E27FC236}">
                <a16:creationId xmlns:a16="http://schemas.microsoft.com/office/drawing/2014/main" id="{EED5D638-BD4B-0745-B5DB-194BF1097CD0}"/>
              </a:ext>
            </a:extLst>
          </p:cNvPr>
          <p:cNvSpPr/>
          <p:nvPr/>
        </p:nvSpPr>
        <p:spPr>
          <a:xfrm>
            <a:off x="660314" y="4434594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41271AAB-036D-8649-9171-F86DC085AE2B}"/>
              </a:ext>
            </a:extLst>
          </p:cNvPr>
          <p:cNvSpPr/>
          <p:nvPr/>
        </p:nvSpPr>
        <p:spPr>
          <a:xfrm>
            <a:off x="630397" y="3035542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3779B59-B019-A74C-B33E-EF9B8CDF0C49}"/>
              </a:ext>
            </a:extLst>
          </p:cNvPr>
          <p:cNvSpPr/>
          <p:nvPr/>
        </p:nvSpPr>
        <p:spPr>
          <a:xfrm>
            <a:off x="3129234" y="1991522"/>
            <a:ext cx="2294943" cy="2804763"/>
          </a:xfrm>
          <a:prstGeom prst="rect">
            <a:avLst/>
          </a:prstGeom>
          <a:solidFill>
            <a:srgbClr val="E8F9F5"/>
          </a:solidFill>
          <a:ln w="6350"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三角形 84">
            <a:extLst>
              <a:ext uri="{FF2B5EF4-FFF2-40B4-BE49-F238E27FC236}">
                <a16:creationId xmlns:a16="http://schemas.microsoft.com/office/drawing/2014/main" id="{47BF6528-4BE8-1243-B453-9E8F208CB3CE}"/>
              </a:ext>
            </a:extLst>
          </p:cNvPr>
          <p:cNvSpPr/>
          <p:nvPr/>
        </p:nvSpPr>
        <p:spPr>
          <a:xfrm>
            <a:off x="3414944" y="2286870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乘 85">
            <a:extLst>
              <a:ext uri="{FF2B5EF4-FFF2-40B4-BE49-F238E27FC236}">
                <a16:creationId xmlns:a16="http://schemas.microsoft.com/office/drawing/2014/main" id="{167EBB41-B55A-9144-9F37-1C0EF22F04F3}"/>
              </a:ext>
            </a:extLst>
          </p:cNvPr>
          <p:cNvSpPr/>
          <p:nvPr/>
        </p:nvSpPr>
        <p:spPr>
          <a:xfrm>
            <a:off x="3739547" y="4055146"/>
            <a:ext cx="201600" cy="291600"/>
          </a:xfrm>
          <a:prstGeom prst="mathMultiply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7" name="三角形 86">
            <a:extLst>
              <a:ext uri="{FF2B5EF4-FFF2-40B4-BE49-F238E27FC236}">
                <a16:creationId xmlns:a16="http://schemas.microsoft.com/office/drawing/2014/main" id="{813DA44E-2D1B-5C44-BAE1-5D9D6B26EEBE}"/>
              </a:ext>
            </a:extLst>
          </p:cNvPr>
          <p:cNvSpPr/>
          <p:nvPr/>
        </p:nvSpPr>
        <p:spPr>
          <a:xfrm>
            <a:off x="5160619" y="2522643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8" name="三角形 87">
            <a:extLst>
              <a:ext uri="{FF2B5EF4-FFF2-40B4-BE49-F238E27FC236}">
                <a16:creationId xmlns:a16="http://schemas.microsoft.com/office/drawing/2014/main" id="{CB111BFF-7739-D949-8E9E-39816BF0387D}"/>
              </a:ext>
            </a:extLst>
          </p:cNvPr>
          <p:cNvSpPr/>
          <p:nvPr/>
        </p:nvSpPr>
        <p:spPr>
          <a:xfrm>
            <a:off x="4865919" y="4523106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9" name="三角形 88">
            <a:extLst>
              <a:ext uri="{FF2B5EF4-FFF2-40B4-BE49-F238E27FC236}">
                <a16:creationId xmlns:a16="http://schemas.microsoft.com/office/drawing/2014/main" id="{6C07C2F5-1FFA-2141-8E51-16FD7753714E}"/>
              </a:ext>
            </a:extLst>
          </p:cNvPr>
          <p:cNvSpPr/>
          <p:nvPr/>
        </p:nvSpPr>
        <p:spPr>
          <a:xfrm>
            <a:off x="5167118" y="4310805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0" name="乘 89">
            <a:extLst>
              <a:ext uri="{FF2B5EF4-FFF2-40B4-BE49-F238E27FC236}">
                <a16:creationId xmlns:a16="http://schemas.microsoft.com/office/drawing/2014/main" id="{6E02A607-1BDB-5547-829E-E2ACD2F3AE60}"/>
              </a:ext>
            </a:extLst>
          </p:cNvPr>
          <p:cNvSpPr/>
          <p:nvPr/>
        </p:nvSpPr>
        <p:spPr>
          <a:xfrm>
            <a:off x="3531991" y="2625016"/>
            <a:ext cx="201600" cy="291600"/>
          </a:xfrm>
          <a:prstGeom prst="mathMultiply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1" name="三角形 90">
            <a:extLst>
              <a:ext uri="{FF2B5EF4-FFF2-40B4-BE49-F238E27FC236}">
                <a16:creationId xmlns:a16="http://schemas.microsoft.com/office/drawing/2014/main" id="{5233F9B5-2ABC-144F-AD6A-07A5DE3E095B}"/>
              </a:ext>
            </a:extLst>
          </p:cNvPr>
          <p:cNvSpPr/>
          <p:nvPr/>
        </p:nvSpPr>
        <p:spPr>
          <a:xfrm>
            <a:off x="3223362" y="2767447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2B220EA2-EBAB-C944-B7E9-36D3B607C4F1}"/>
              </a:ext>
            </a:extLst>
          </p:cNvPr>
          <p:cNvSpPr/>
          <p:nvPr/>
        </p:nvSpPr>
        <p:spPr>
          <a:xfrm>
            <a:off x="4254437" y="2758527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223C9D6F-5B66-054C-AE87-10E75AB09E10}"/>
              </a:ext>
            </a:extLst>
          </p:cNvPr>
          <p:cNvSpPr/>
          <p:nvPr/>
        </p:nvSpPr>
        <p:spPr>
          <a:xfrm>
            <a:off x="4584911" y="3185409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46124544-5BCE-1641-9F09-497B352DFAA6}"/>
              </a:ext>
            </a:extLst>
          </p:cNvPr>
          <p:cNvSpPr/>
          <p:nvPr/>
        </p:nvSpPr>
        <p:spPr>
          <a:xfrm>
            <a:off x="4085378" y="3585802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D45BB813-7AC8-BA40-A90A-BF36ED0A1FBD}"/>
              </a:ext>
            </a:extLst>
          </p:cNvPr>
          <p:cNvSpPr/>
          <p:nvPr/>
        </p:nvSpPr>
        <p:spPr>
          <a:xfrm>
            <a:off x="4576445" y="3803478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0296CF6A-F035-5A4F-92F8-FB06DB806098}"/>
              </a:ext>
            </a:extLst>
          </p:cNvPr>
          <p:cNvSpPr/>
          <p:nvPr/>
        </p:nvSpPr>
        <p:spPr>
          <a:xfrm>
            <a:off x="4881245" y="3467265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9A01703D-5FA8-B54D-9FA2-F5A0E681AD4B}"/>
              </a:ext>
            </a:extLst>
          </p:cNvPr>
          <p:cNvSpPr/>
          <p:nvPr/>
        </p:nvSpPr>
        <p:spPr>
          <a:xfrm>
            <a:off x="4440978" y="4091344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8" name="乘 97">
            <a:extLst>
              <a:ext uri="{FF2B5EF4-FFF2-40B4-BE49-F238E27FC236}">
                <a16:creationId xmlns:a16="http://schemas.microsoft.com/office/drawing/2014/main" id="{4BDE8A7F-19BF-B248-9E8E-DDE757BA83EA}"/>
              </a:ext>
            </a:extLst>
          </p:cNvPr>
          <p:cNvSpPr/>
          <p:nvPr/>
        </p:nvSpPr>
        <p:spPr>
          <a:xfrm>
            <a:off x="4795212" y="4148155"/>
            <a:ext cx="201600" cy="291600"/>
          </a:xfrm>
          <a:prstGeom prst="mathMultiply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972AD58D-4406-FB4F-A39B-C7EC1C4135BA}"/>
              </a:ext>
            </a:extLst>
          </p:cNvPr>
          <p:cNvSpPr/>
          <p:nvPr/>
        </p:nvSpPr>
        <p:spPr>
          <a:xfrm>
            <a:off x="3915771" y="3122592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A08DA2BB-9040-5840-A6D3-F93D5A711DD5}"/>
              </a:ext>
            </a:extLst>
          </p:cNvPr>
          <p:cNvSpPr/>
          <p:nvPr/>
        </p:nvSpPr>
        <p:spPr>
          <a:xfrm>
            <a:off x="3612063" y="3634416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EA0449FF-8B17-1B44-8B06-66617A78D5B4}"/>
              </a:ext>
            </a:extLst>
          </p:cNvPr>
          <p:cNvSpPr/>
          <p:nvPr/>
        </p:nvSpPr>
        <p:spPr>
          <a:xfrm>
            <a:off x="4232183" y="3268363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" name="三角形 101">
            <a:extLst>
              <a:ext uri="{FF2B5EF4-FFF2-40B4-BE49-F238E27FC236}">
                <a16:creationId xmlns:a16="http://schemas.microsoft.com/office/drawing/2014/main" id="{F22C3D23-545C-9946-B9A6-1C0AC53F2E66}"/>
              </a:ext>
            </a:extLst>
          </p:cNvPr>
          <p:cNvSpPr/>
          <p:nvPr/>
        </p:nvSpPr>
        <p:spPr>
          <a:xfrm>
            <a:off x="4821709" y="2221913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3" name="三角形 102">
            <a:extLst>
              <a:ext uri="{FF2B5EF4-FFF2-40B4-BE49-F238E27FC236}">
                <a16:creationId xmlns:a16="http://schemas.microsoft.com/office/drawing/2014/main" id="{F2D4C56F-CDC1-A845-96F4-D45CACBB5342}"/>
              </a:ext>
            </a:extLst>
          </p:cNvPr>
          <p:cNvSpPr/>
          <p:nvPr/>
        </p:nvSpPr>
        <p:spPr>
          <a:xfrm>
            <a:off x="4335699" y="2139981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三角形 103">
            <a:extLst>
              <a:ext uri="{FF2B5EF4-FFF2-40B4-BE49-F238E27FC236}">
                <a16:creationId xmlns:a16="http://schemas.microsoft.com/office/drawing/2014/main" id="{797A6433-B88F-E845-8FA4-AAAAB58C1C18}"/>
              </a:ext>
            </a:extLst>
          </p:cNvPr>
          <p:cNvSpPr/>
          <p:nvPr/>
        </p:nvSpPr>
        <p:spPr>
          <a:xfrm>
            <a:off x="3460830" y="4438844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5" name="乘 104">
            <a:extLst>
              <a:ext uri="{FF2B5EF4-FFF2-40B4-BE49-F238E27FC236}">
                <a16:creationId xmlns:a16="http://schemas.microsoft.com/office/drawing/2014/main" id="{3BE0B2F7-9A1A-CD45-8CE8-6DDB630632EB}"/>
              </a:ext>
            </a:extLst>
          </p:cNvPr>
          <p:cNvSpPr/>
          <p:nvPr/>
        </p:nvSpPr>
        <p:spPr>
          <a:xfrm>
            <a:off x="3430913" y="3000464"/>
            <a:ext cx="201600" cy="291600"/>
          </a:xfrm>
          <a:prstGeom prst="mathMultiply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64907805-D5F1-FD43-BB4A-1EB503B8FDF0}"/>
              </a:ext>
            </a:extLst>
          </p:cNvPr>
          <p:cNvSpPr/>
          <p:nvPr/>
        </p:nvSpPr>
        <p:spPr>
          <a:xfrm>
            <a:off x="5928715" y="1987272"/>
            <a:ext cx="2294943" cy="2804763"/>
          </a:xfrm>
          <a:prstGeom prst="rect">
            <a:avLst/>
          </a:prstGeom>
          <a:solidFill>
            <a:srgbClr val="E8F9F5"/>
          </a:solidFill>
          <a:ln w="6350"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7" name="三角形 106">
            <a:extLst>
              <a:ext uri="{FF2B5EF4-FFF2-40B4-BE49-F238E27FC236}">
                <a16:creationId xmlns:a16="http://schemas.microsoft.com/office/drawing/2014/main" id="{54128E40-6771-5343-86FA-743BB3B2C43C}"/>
              </a:ext>
            </a:extLst>
          </p:cNvPr>
          <p:cNvSpPr/>
          <p:nvPr/>
        </p:nvSpPr>
        <p:spPr>
          <a:xfrm>
            <a:off x="6214425" y="2282620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8" name="乘 107">
            <a:extLst>
              <a:ext uri="{FF2B5EF4-FFF2-40B4-BE49-F238E27FC236}">
                <a16:creationId xmlns:a16="http://schemas.microsoft.com/office/drawing/2014/main" id="{77BBFA94-C27B-424E-8C5D-76109F16D2B2}"/>
              </a:ext>
            </a:extLst>
          </p:cNvPr>
          <p:cNvSpPr/>
          <p:nvPr/>
        </p:nvSpPr>
        <p:spPr>
          <a:xfrm>
            <a:off x="6539028" y="4050896"/>
            <a:ext cx="201600" cy="291600"/>
          </a:xfrm>
          <a:prstGeom prst="mathMultiply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9" name="三角形 108">
            <a:extLst>
              <a:ext uri="{FF2B5EF4-FFF2-40B4-BE49-F238E27FC236}">
                <a16:creationId xmlns:a16="http://schemas.microsoft.com/office/drawing/2014/main" id="{7B1761B5-F095-A646-98C0-CBD7DBF23939}"/>
              </a:ext>
            </a:extLst>
          </p:cNvPr>
          <p:cNvSpPr/>
          <p:nvPr/>
        </p:nvSpPr>
        <p:spPr>
          <a:xfrm>
            <a:off x="7960100" y="2518393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0" name="三角形 109">
            <a:extLst>
              <a:ext uri="{FF2B5EF4-FFF2-40B4-BE49-F238E27FC236}">
                <a16:creationId xmlns:a16="http://schemas.microsoft.com/office/drawing/2014/main" id="{F98ABE14-27C3-4C46-BBE3-BE6F069FBE66}"/>
              </a:ext>
            </a:extLst>
          </p:cNvPr>
          <p:cNvSpPr/>
          <p:nvPr/>
        </p:nvSpPr>
        <p:spPr>
          <a:xfrm>
            <a:off x="7665400" y="4518856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1" name="三角形 110">
            <a:extLst>
              <a:ext uri="{FF2B5EF4-FFF2-40B4-BE49-F238E27FC236}">
                <a16:creationId xmlns:a16="http://schemas.microsoft.com/office/drawing/2014/main" id="{36564CF7-F62E-3B43-9D51-C4D7A0386CD5}"/>
              </a:ext>
            </a:extLst>
          </p:cNvPr>
          <p:cNvSpPr/>
          <p:nvPr/>
        </p:nvSpPr>
        <p:spPr>
          <a:xfrm>
            <a:off x="7966599" y="4306555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06875D13-A4DE-1346-B08F-50CC86AC469D}"/>
              </a:ext>
            </a:extLst>
          </p:cNvPr>
          <p:cNvSpPr/>
          <p:nvPr/>
        </p:nvSpPr>
        <p:spPr>
          <a:xfrm>
            <a:off x="6342485" y="2685585"/>
            <a:ext cx="162000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3" name="三角形 112">
            <a:extLst>
              <a:ext uri="{FF2B5EF4-FFF2-40B4-BE49-F238E27FC236}">
                <a16:creationId xmlns:a16="http://schemas.microsoft.com/office/drawing/2014/main" id="{039CED47-3D57-7D4A-BC9C-703623ABD148}"/>
              </a:ext>
            </a:extLst>
          </p:cNvPr>
          <p:cNvSpPr/>
          <p:nvPr/>
        </p:nvSpPr>
        <p:spPr>
          <a:xfrm>
            <a:off x="6022843" y="2763197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4DD69E78-ABFC-A349-BE2F-0CF5CC127339}"/>
              </a:ext>
            </a:extLst>
          </p:cNvPr>
          <p:cNvSpPr/>
          <p:nvPr/>
        </p:nvSpPr>
        <p:spPr>
          <a:xfrm>
            <a:off x="7053918" y="2754277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9836E3F3-EC47-8940-9BBF-0F2A0CC4C53A}"/>
              </a:ext>
            </a:extLst>
          </p:cNvPr>
          <p:cNvSpPr/>
          <p:nvPr/>
        </p:nvSpPr>
        <p:spPr>
          <a:xfrm>
            <a:off x="7384392" y="3181159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027F3DC9-E77A-9F4E-84AD-17025B009949}"/>
              </a:ext>
            </a:extLst>
          </p:cNvPr>
          <p:cNvSpPr/>
          <p:nvPr/>
        </p:nvSpPr>
        <p:spPr>
          <a:xfrm>
            <a:off x="6884859" y="3581552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68D1634D-2E2A-F642-B0D0-5D3275D5D9E8}"/>
              </a:ext>
            </a:extLst>
          </p:cNvPr>
          <p:cNvSpPr/>
          <p:nvPr/>
        </p:nvSpPr>
        <p:spPr>
          <a:xfrm>
            <a:off x="7375926" y="3799228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9A7BFAB3-9760-3E44-8640-DAD8BD859644}"/>
              </a:ext>
            </a:extLst>
          </p:cNvPr>
          <p:cNvSpPr/>
          <p:nvPr/>
        </p:nvSpPr>
        <p:spPr>
          <a:xfrm>
            <a:off x="7680726" y="3463015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2D2F5D34-21F2-5444-B0A9-9AF24FF4CF6C}"/>
              </a:ext>
            </a:extLst>
          </p:cNvPr>
          <p:cNvSpPr/>
          <p:nvPr/>
        </p:nvSpPr>
        <p:spPr>
          <a:xfrm>
            <a:off x="7240459" y="4087094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0" name="三角形 119">
            <a:extLst>
              <a:ext uri="{FF2B5EF4-FFF2-40B4-BE49-F238E27FC236}">
                <a16:creationId xmlns:a16="http://schemas.microsoft.com/office/drawing/2014/main" id="{C90D9159-F1B7-934E-8551-A8921B36327D}"/>
              </a:ext>
            </a:extLst>
          </p:cNvPr>
          <p:cNvSpPr/>
          <p:nvPr/>
        </p:nvSpPr>
        <p:spPr>
          <a:xfrm>
            <a:off x="7626592" y="4186437"/>
            <a:ext cx="147600" cy="165600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75FF7A74-B58B-B143-AAEE-968C39D005D5}"/>
              </a:ext>
            </a:extLst>
          </p:cNvPr>
          <p:cNvSpPr/>
          <p:nvPr/>
        </p:nvSpPr>
        <p:spPr>
          <a:xfrm>
            <a:off x="6715252" y="3118342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BE8E95AE-2F5A-D149-A7EF-92F4B7084822}"/>
              </a:ext>
            </a:extLst>
          </p:cNvPr>
          <p:cNvSpPr/>
          <p:nvPr/>
        </p:nvSpPr>
        <p:spPr>
          <a:xfrm>
            <a:off x="6411544" y="3630166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8D01E813-EEF4-4845-862C-842C917BEE0D}"/>
              </a:ext>
            </a:extLst>
          </p:cNvPr>
          <p:cNvSpPr/>
          <p:nvPr/>
        </p:nvSpPr>
        <p:spPr>
          <a:xfrm>
            <a:off x="7031664" y="3264113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4" name="三角形 123">
            <a:extLst>
              <a:ext uri="{FF2B5EF4-FFF2-40B4-BE49-F238E27FC236}">
                <a16:creationId xmlns:a16="http://schemas.microsoft.com/office/drawing/2014/main" id="{16889D25-CFCE-A04F-AE77-698E91FC0343}"/>
              </a:ext>
            </a:extLst>
          </p:cNvPr>
          <p:cNvSpPr/>
          <p:nvPr/>
        </p:nvSpPr>
        <p:spPr>
          <a:xfrm>
            <a:off x="7621190" y="2217663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5" name="三角形 124">
            <a:extLst>
              <a:ext uri="{FF2B5EF4-FFF2-40B4-BE49-F238E27FC236}">
                <a16:creationId xmlns:a16="http://schemas.microsoft.com/office/drawing/2014/main" id="{23614B1B-19FF-7047-9043-93D2FE104684}"/>
              </a:ext>
            </a:extLst>
          </p:cNvPr>
          <p:cNvSpPr/>
          <p:nvPr/>
        </p:nvSpPr>
        <p:spPr>
          <a:xfrm>
            <a:off x="7135180" y="2135731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6" name="三角形 125">
            <a:extLst>
              <a:ext uri="{FF2B5EF4-FFF2-40B4-BE49-F238E27FC236}">
                <a16:creationId xmlns:a16="http://schemas.microsoft.com/office/drawing/2014/main" id="{B8971ADB-A24E-D545-8D55-793A2F2938E7}"/>
              </a:ext>
            </a:extLst>
          </p:cNvPr>
          <p:cNvSpPr/>
          <p:nvPr/>
        </p:nvSpPr>
        <p:spPr>
          <a:xfrm>
            <a:off x="6260311" y="4434594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7" name="三角形 126">
            <a:extLst>
              <a:ext uri="{FF2B5EF4-FFF2-40B4-BE49-F238E27FC236}">
                <a16:creationId xmlns:a16="http://schemas.microsoft.com/office/drawing/2014/main" id="{A3D97EE9-C81F-FE40-9790-3A75DDD5909B}"/>
              </a:ext>
            </a:extLst>
          </p:cNvPr>
          <p:cNvSpPr/>
          <p:nvPr/>
        </p:nvSpPr>
        <p:spPr>
          <a:xfrm>
            <a:off x="6260617" y="3038071"/>
            <a:ext cx="144000" cy="165600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8" name="直线箭头连接符 127">
            <a:extLst>
              <a:ext uri="{FF2B5EF4-FFF2-40B4-BE49-F238E27FC236}">
                <a16:creationId xmlns:a16="http://schemas.microsoft.com/office/drawing/2014/main" id="{3CA30AE3-BEA3-5248-AF23-6FF674C5989E}"/>
              </a:ext>
            </a:extLst>
          </p:cNvPr>
          <p:cNvCxnSpPr>
            <a:cxnSpLocks/>
          </p:cNvCxnSpPr>
          <p:nvPr/>
        </p:nvCxnSpPr>
        <p:spPr>
          <a:xfrm flipV="1">
            <a:off x="5434808" y="3389654"/>
            <a:ext cx="468000" cy="3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线箭头连接符 128">
            <a:extLst>
              <a:ext uri="{FF2B5EF4-FFF2-40B4-BE49-F238E27FC236}">
                <a16:creationId xmlns:a16="http://schemas.microsoft.com/office/drawing/2014/main" id="{5117CC8D-5218-AF43-92E7-F07E58862EC2}"/>
              </a:ext>
            </a:extLst>
          </p:cNvPr>
          <p:cNvCxnSpPr>
            <a:cxnSpLocks/>
          </p:cNvCxnSpPr>
          <p:nvPr/>
        </p:nvCxnSpPr>
        <p:spPr>
          <a:xfrm flipV="1">
            <a:off x="8234289" y="3379686"/>
            <a:ext cx="468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圆角矩形 129">
            <a:extLst>
              <a:ext uri="{FF2B5EF4-FFF2-40B4-BE49-F238E27FC236}">
                <a16:creationId xmlns:a16="http://schemas.microsoft.com/office/drawing/2014/main" id="{227B18B1-C550-7945-A0AC-7A860B39A027}"/>
              </a:ext>
            </a:extLst>
          </p:cNvPr>
          <p:cNvSpPr/>
          <p:nvPr/>
        </p:nvSpPr>
        <p:spPr>
          <a:xfrm>
            <a:off x="6288107" y="2620766"/>
            <a:ext cx="285961" cy="291600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44AEA2F5-4FB3-CA42-A68C-7952A638CDBD}"/>
              </a:ext>
            </a:extLst>
          </p:cNvPr>
          <p:cNvSpPr/>
          <p:nvPr/>
        </p:nvSpPr>
        <p:spPr>
          <a:xfrm>
            <a:off x="6185324" y="2985820"/>
            <a:ext cx="285961" cy="291600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88" name="直线连接符 187">
            <a:extLst>
              <a:ext uri="{FF2B5EF4-FFF2-40B4-BE49-F238E27FC236}">
                <a16:creationId xmlns:a16="http://schemas.microsoft.com/office/drawing/2014/main" id="{BC0ED914-8636-ED4C-AD60-9FD9F83078E0}"/>
              </a:ext>
            </a:extLst>
          </p:cNvPr>
          <p:cNvCxnSpPr>
            <a:cxnSpLocks/>
            <a:stCxn id="198" idx="4"/>
          </p:cNvCxnSpPr>
          <p:nvPr/>
        </p:nvCxnSpPr>
        <p:spPr>
          <a:xfrm flipH="1">
            <a:off x="8961090" y="2684955"/>
            <a:ext cx="203542" cy="2366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9" name="直线连接符 188">
            <a:extLst>
              <a:ext uri="{FF2B5EF4-FFF2-40B4-BE49-F238E27FC236}">
                <a16:creationId xmlns:a16="http://schemas.microsoft.com/office/drawing/2014/main" id="{E2565D3E-48EF-DA48-856E-57762F0035A2}"/>
              </a:ext>
            </a:extLst>
          </p:cNvPr>
          <p:cNvCxnSpPr>
            <a:cxnSpLocks/>
            <a:stCxn id="198" idx="4"/>
          </p:cNvCxnSpPr>
          <p:nvPr/>
        </p:nvCxnSpPr>
        <p:spPr>
          <a:xfrm>
            <a:off x="9164632" y="2684955"/>
            <a:ext cx="234063" cy="2366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B089B14E-A316-7F45-A18C-775B145017C0}"/>
              </a:ext>
            </a:extLst>
          </p:cNvPr>
          <p:cNvCxnSpPr>
            <a:cxnSpLocks/>
            <a:stCxn id="196" idx="4"/>
          </p:cNvCxnSpPr>
          <p:nvPr/>
        </p:nvCxnSpPr>
        <p:spPr>
          <a:xfrm flipH="1">
            <a:off x="8830376" y="3069211"/>
            <a:ext cx="132716" cy="3050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66E485DB-AD9D-0B42-AF99-079F6F7704E1}"/>
              </a:ext>
            </a:extLst>
          </p:cNvPr>
          <p:cNvCxnSpPr>
            <a:cxnSpLocks/>
            <a:stCxn id="196" idx="4"/>
          </p:cNvCxnSpPr>
          <p:nvPr/>
        </p:nvCxnSpPr>
        <p:spPr>
          <a:xfrm>
            <a:off x="8963092" y="3069211"/>
            <a:ext cx="101290" cy="30506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直线连接符 191">
            <a:extLst>
              <a:ext uri="{FF2B5EF4-FFF2-40B4-BE49-F238E27FC236}">
                <a16:creationId xmlns:a16="http://schemas.microsoft.com/office/drawing/2014/main" id="{B7DB0A54-8912-DA4B-8499-B84E6EB3C4FC}"/>
              </a:ext>
            </a:extLst>
          </p:cNvPr>
          <p:cNvCxnSpPr>
            <a:cxnSpLocks/>
            <a:stCxn id="197" idx="4"/>
          </p:cNvCxnSpPr>
          <p:nvPr/>
        </p:nvCxnSpPr>
        <p:spPr>
          <a:xfrm flipH="1">
            <a:off x="9313113" y="3069211"/>
            <a:ext cx="87584" cy="3050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提取 192">
            <a:extLst>
              <a:ext uri="{FF2B5EF4-FFF2-40B4-BE49-F238E27FC236}">
                <a16:creationId xmlns:a16="http://schemas.microsoft.com/office/drawing/2014/main" id="{7255CA6C-008E-3347-9C5F-E71BECA4A6E9}"/>
              </a:ext>
            </a:extLst>
          </p:cNvPr>
          <p:cNvSpPr/>
          <p:nvPr/>
        </p:nvSpPr>
        <p:spPr>
          <a:xfrm>
            <a:off x="9003217" y="3384907"/>
            <a:ext cx="147600" cy="130499"/>
          </a:xfrm>
          <a:prstGeom prst="flowChartExtract">
            <a:avLst/>
          </a:prstGeom>
          <a:solidFill>
            <a:srgbClr val="EDB5A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94" name="直线连接符 193">
            <a:extLst>
              <a:ext uri="{FF2B5EF4-FFF2-40B4-BE49-F238E27FC236}">
                <a16:creationId xmlns:a16="http://schemas.microsoft.com/office/drawing/2014/main" id="{B03D2846-FC50-2344-A841-B228A790C5C0}"/>
              </a:ext>
            </a:extLst>
          </p:cNvPr>
          <p:cNvCxnSpPr>
            <a:cxnSpLocks/>
            <a:stCxn id="197" idx="4"/>
          </p:cNvCxnSpPr>
          <p:nvPr/>
        </p:nvCxnSpPr>
        <p:spPr>
          <a:xfrm>
            <a:off x="9400697" y="3069211"/>
            <a:ext cx="159365" cy="3050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5" name="椭圆 194">
            <a:extLst>
              <a:ext uri="{FF2B5EF4-FFF2-40B4-BE49-F238E27FC236}">
                <a16:creationId xmlns:a16="http://schemas.microsoft.com/office/drawing/2014/main" id="{0BF8BDDA-584B-AC48-8936-66BF68B0338A}"/>
              </a:ext>
            </a:extLst>
          </p:cNvPr>
          <p:cNvSpPr/>
          <p:nvPr/>
        </p:nvSpPr>
        <p:spPr>
          <a:xfrm>
            <a:off x="8758578" y="3374272"/>
            <a:ext cx="147600" cy="147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6" name="椭圆 195">
            <a:extLst>
              <a:ext uri="{FF2B5EF4-FFF2-40B4-BE49-F238E27FC236}">
                <a16:creationId xmlns:a16="http://schemas.microsoft.com/office/drawing/2014/main" id="{F177630E-CC07-5B42-9B84-2084B13B9460}"/>
              </a:ext>
            </a:extLst>
          </p:cNvPr>
          <p:cNvSpPr/>
          <p:nvPr/>
        </p:nvSpPr>
        <p:spPr>
          <a:xfrm>
            <a:off x="8889292" y="2921611"/>
            <a:ext cx="147600" cy="147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7" name="椭圆 196">
            <a:extLst>
              <a:ext uri="{FF2B5EF4-FFF2-40B4-BE49-F238E27FC236}">
                <a16:creationId xmlns:a16="http://schemas.microsoft.com/office/drawing/2014/main" id="{1ED97E4B-D3AE-8F4C-A001-198B269A52F4}"/>
              </a:ext>
            </a:extLst>
          </p:cNvPr>
          <p:cNvSpPr/>
          <p:nvPr/>
        </p:nvSpPr>
        <p:spPr>
          <a:xfrm>
            <a:off x="9326897" y="2921611"/>
            <a:ext cx="147600" cy="147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8" name="椭圆 197">
            <a:extLst>
              <a:ext uri="{FF2B5EF4-FFF2-40B4-BE49-F238E27FC236}">
                <a16:creationId xmlns:a16="http://schemas.microsoft.com/office/drawing/2014/main" id="{B8AB4FCA-A1E0-194C-A458-E461BF4D00C4}"/>
              </a:ext>
            </a:extLst>
          </p:cNvPr>
          <p:cNvSpPr/>
          <p:nvPr/>
        </p:nvSpPr>
        <p:spPr>
          <a:xfrm>
            <a:off x="9090832" y="2537355"/>
            <a:ext cx="147600" cy="147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F7540C2C-0293-104F-8C91-4623DAC3A883}"/>
              </a:ext>
            </a:extLst>
          </p:cNvPr>
          <p:cNvCxnSpPr>
            <a:cxnSpLocks/>
            <a:stCxn id="195" idx="4"/>
          </p:cNvCxnSpPr>
          <p:nvPr/>
        </p:nvCxnSpPr>
        <p:spPr>
          <a:xfrm flipH="1">
            <a:off x="8732134" y="3521872"/>
            <a:ext cx="100244" cy="27525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直线连接符 199">
            <a:extLst>
              <a:ext uri="{FF2B5EF4-FFF2-40B4-BE49-F238E27FC236}">
                <a16:creationId xmlns:a16="http://schemas.microsoft.com/office/drawing/2014/main" id="{1A3053C6-7012-2C43-9DE8-20A71CBD25A9}"/>
              </a:ext>
            </a:extLst>
          </p:cNvPr>
          <p:cNvCxnSpPr>
            <a:cxnSpLocks/>
            <a:stCxn id="195" idx="4"/>
          </p:cNvCxnSpPr>
          <p:nvPr/>
        </p:nvCxnSpPr>
        <p:spPr>
          <a:xfrm>
            <a:off x="8832378" y="3521872"/>
            <a:ext cx="119037" cy="27525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1" name="椭圆 200">
            <a:extLst>
              <a:ext uri="{FF2B5EF4-FFF2-40B4-BE49-F238E27FC236}">
                <a16:creationId xmlns:a16="http://schemas.microsoft.com/office/drawing/2014/main" id="{91C2B1C6-F944-E343-8BEC-771985D93E3D}"/>
              </a:ext>
            </a:extLst>
          </p:cNvPr>
          <p:cNvSpPr/>
          <p:nvPr/>
        </p:nvSpPr>
        <p:spPr>
          <a:xfrm>
            <a:off x="8650712" y="3816774"/>
            <a:ext cx="147600" cy="147600"/>
          </a:xfrm>
          <a:prstGeom prst="ellipse">
            <a:avLst/>
          </a:prstGeom>
          <a:solidFill>
            <a:srgbClr val="8BD4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2" name="三角形 201">
            <a:extLst>
              <a:ext uri="{FF2B5EF4-FFF2-40B4-BE49-F238E27FC236}">
                <a16:creationId xmlns:a16="http://schemas.microsoft.com/office/drawing/2014/main" id="{C4B29DF8-F1F9-F740-9B05-CAD372AECA70}"/>
              </a:ext>
            </a:extLst>
          </p:cNvPr>
          <p:cNvSpPr/>
          <p:nvPr/>
        </p:nvSpPr>
        <p:spPr>
          <a:xfrm>
            <a:off x="8889894" y="3827026"/>
            <a:ext cx="147600" cy="129600"/>
          </a:xfrm>
          <a:prstGeom prst="triangle">
            <a:avLst/>
          </a:prstGeom>
          <a:solidFill>
            <a:srgbClr val="EDB5A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3" name="乘 202">
            <a:extLst>
              <a:ext uri="{FF2B5EF4-FFF2-40B4-BE49-F238E27FC236}">
                <a16:creationId xmlns:a16="http://schemas.microsoft.com/office/drawing/2014/main" id="{71137504-F832-3748-B88C-76FFA64106CD}"/>
              </a:ext>
            </a:extLst>
          </p:cNvPr>
          <p:cNvSpPr/>
          <p:nvPr/>
        </p:nvSpPr>
        <p:spPr>
          <a:xfrm>
            <a:off x="9240837" y="3343512"/>
            <a:ext cx="183600" cy="241200"/>
          </a:xfrm>
          <a:prstGeom prst="mathMultiply">
            <a:avLst/>
          </a:prstGeom>
          <a:solidFill>
            <a:srgbClr val="EDB5A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1D1B2282-2F75-4B40-9A92-FC88BB71F987}"/>
                  </a:ext>
                </a:extLst>
              </p:cNvPr>
              <p:cNvSpPr txBox="1"/>
              <p:nvPr/>
            </p:nvSpPr>
            <p:spPr>
              <a:xfrm>
                <a:off x="8548598" y="3983918"/>
                <a:ext cx="3670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i="1" dirty="0"/>
              </a:p>
            </p:txBody>
          </p:sp>
        </mc:Choice>
        <mc:Fallback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1D1B2282-2F75-4B40-9A92-FC88BB71F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598" y="3983918"/>
                <a:ext cx="367071" cy="2462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8" name="圆角矩形 217">
            <a:extLst>
              <a:ext uri="{FF2B5EF4-FFF2-40B4-BE49-F238E27FC236}">
                <a16:creationId xmlns:a16="http://schemas.microsoft.com/office/drawing/2014/main" id="{B55A72B9-6ACE-1940-B8F1-E952D7B75971}"/>
              </a:ext>
            </a:extLst>
          </p:cNvPr>
          <p:cNvSpPr/>
          <p:nvPr/>
        </p:nvSpPr>
        <p:spPr>
          <a:xfrm>
            <a:off x="3485219" y="2624905"/>
            <a:ext cx="285961" cy="291600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9" name="圆角矩形 218">
            <a:extLst>
              <a:ext uri="{FF2B5EF4-FFF2-40B4-BE49-F238E27FC236}">
                <a16:creationId xmlns:a16="http://schemas.microsoft.com/office/drawing/2014/main" id="{C668213F-E974-5941-B73F-9AB5FB5E2C0B}"/>
              </a:ext>
            </a:extLst>
          </p:cNvPr>
          <p:cNvSpPr/>
          <p:nvPr/>
        </p:nvSpPr>
        <p:spPr>
          <a:xfrm>
            <a:off x="3388072" y="2996990"/>
            <a:ext cx="285961" cy="291600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0" name="圆角矩形 219">
            <a:extLst>
              <a:ext uri="{FF2B5EF4-FFF2-40B4-BE49-F238E27FC236}">
                <a16:creationId xmlns:a16="http://schemas.microsoft.com/office/drawing/2014/main" id="{30157135-54BA-1E47-AA5D-8E7DA89F52A6}"/>
              </a:ext>
            </a:extLst>
          </p:cNvPr>
          <p:cNvSpPr/>
          <p:nvPr/>
        </p:nvSpPr>
        <p:spPr>
          <a:xfrm>
            <a:off x="4758876" y="4148245"/>
            <a:ext cx="285961" cy="291600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2" name="圆角矩形 221">
            <a:extLst>
              <a:ext uri="{FF2B5EF4-FFF2-40B4-BE49-F238E27FC236}">
                <a16:creationId xmlns:a16="http://schemas.microsoft.com/office/drawing/2014/main" id="{ABF99573-102D-C74F-B0B4-2EEB9997B61C}"/>
              </a:ext>
            </a:extLst>
          </p:cNvPr>
          <p:cNvSpPr/>
          <p:nvPr/>
        </p:nvSpPr>
        <p:spPr>
          <a:xfrm>
            <a:off x="7546369" y="4139207"/>
            <a:ext cx="285961" cy="291600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3" name="圆角矩形 222">
            <a:extLst>
              <a:ext uri="{FF2B5EF4-FFF2-40B4-BE49-F238E27FC236}">
                <a16:creationId xmlns:a16="http://schemas.microsoft.com/office/drawing/2014/main" id="{277505DC-BB05-0D43-B1FF-44589100C458}"/>
              </a:ext>
            </a:extLst>
          </p:cNvPr>
          <p:cNvSpPr/>
          <p:nvPr/>
        </p:nvSpPr>
        <p:spPr>
          <a:xfrm>
            <a:off x="8629446" y="3792845"/>
            <a:ext cx="188640" cy="191073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4" name="圆角矩形 223">
            <a:extLst>
              <a:ext uri="{FF2B5EF4-FFF2-40B4-BE49-F238E27FC236}">
                <a16:creationId xmlns:a16="http://schemas.microsoft.com/office/drawing/2014/main" id="{255985B1-CFDD-D44C-A888-556D1C1F8255}"/>
              </a:ext>
            </a:extLst>
          </p:cNvPr>
          <p:cNvSpPr/>
          <p:nvPr/>
        </p:nvSpPr>
        <p:spPr>
          <a:xfrm>
            <a:off x="8866908" y="3796387"/>
            <a:ext cx="188640" cy="191073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5" name="文本框 224">
                <a:extLst>
                  <a:ext uri="{FF2B5EF4-FFF2-40B4-BE49-F238E27FC236}">
                    <a16:creationId xmlns:a16="http://schemas.microsoft.com/office/drawing/2014/main" id="{86020555-6267-D34F-8CCF-1AB2E75E5D6D}"/>
                  </a:ext>
                </a:extLst>
              </p:cNvPr>
              <p:cNvSpPr txBox="1"/>
              <p:nvPr/>
            </p:nvSpPr>
            <p:spPr>
              <a:xfrm>
                <a:off x="3697022" y="2548513"/>
                <a:ext cx="3559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dirty="0"/>
              </a:p>
            </p:txBody>
          </p:sp>
        </mc:Choice>
        <mc:Fallback>
          <p:sp>
            <p:nvSpPr>
              <p:cNvPr id="225" name="文本框 224">
                <a:extLst>
                  <a:ext uri="{FF2B5EF4-FFF2-40B4-BE49-F238E27FC236}">
                    <a16:creationId xmlns:a16="http://schemas.microsoft.com/office/drawing/2014/main" id="{86020555-6267-D34F-8CCF-1AB2E75E5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022" y="2548513"/>
                <a:ext cx="355985" cy="2462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文本框 225">
                <a:extLst>
                  <a:ext uri="{FF2B5EF4-FFF2-40B4-BE49-F238E27FC236}">
                    <a16:creationId xmlns:a16="http://schemas.microsoft.com/office/drawing/2014/main" id="{A8B7FA0C-9F37-C140-818D-1A6E83176404}"/>
                  </a:ext>
                </a:extLst>
              </p:cNvPr>
              <p:cNvSpPr txBox="1"/>
              <p:nvPr/>
            </p:nvSpPr>
            <p:spPr>
              <a:xfrm>
                <a:off x="3605153" y="2913494"/>
                <a:ext cx="3559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dirty="0"/>
              </a:p>
            </p:txBody>
          </p:sp>
        </mc:Choice>
        <mc:Fallback>
          <p:sp>
            <p:nvSpPr>
              <p:cNvPr id="226" name="文本框 225">
                <a:extLst>
                  <a:ext uri="{FF2B5EF4-FFF2-40B4-BE49-F238E27FC236}">
                    <a16:creationId xmlns:a16="http://schemas.microsoft.com/office/drawing/2014/main" id="{A8B7FA0C-9F37-C140-818D-1A6E83176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5153" y="2913494"/>
                <a:ext cx="355985" cy="2462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文本框 226">
                <a:extLst>
                  <a:ext uri="{FF2B5EF4-FFF2-40B4-BE49-F238E27FC236}">
                    <a16:creationId xmlns:a16="http://schemas.microsoft.com/office/drawing/2014/main" id="{F0EC31BA-A0D1-064C-8B9A-07F5E6CBA177}"/>
                  </a:ext>
                </a:extLst>
              </p:cNvPr>
              <p:cNvSpPr txBox="1"/>
              <p:nvPr/>
            </p:nvSpPr>
            <p:spPr>
              <a:xfrm>
                <a:off x="4971313" y="4067746"/>
                <a:ext cx="3559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dirty="0"/>
              </a:p>
            </p:txBody>
          </p:sp>
        </mc:Choice>
        <mc:Fallback>
          <p:sp>
            <p:nvSpPr>
              <p:cNvPr id="227" name="文本框 226">
                <a:extLst>
                  <a:ext uri="{FF2B5EF4-FFF2-40B4-BE49-F238E27FC236}">
                    <a16:creationId xmlns:a16="http://schemas.microsoft.com/office/drawing/2014/main" id="{F0EC31BA-A0D1-064C-8B9A-07F5E6CBA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313" y="4067746"/>
                <a:ext cx="355985" cy="2462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9" name="文本框 228">
                <a:extLst>
                  <a:ext uri="{FF2B5EF4-FFF2-40B4-BE49-F238E27FC236}">
                    <a16:creationId xmlns:a16="http://schemas.microsoft.com/office/drawing/2014/main" id="{3924CBE5-CA5C-7C42-8B3F-45A60E810164}"/>
                  </a:ext>
                </a:extLst>
              </p:cNvPr>
              <p:cNvSpPr txBox="1"/>
              <p:nvPr/>
            </p:nvSpPr>
            <p:spPr>
              <a:xfrm>
                <a:off x="3926011" y="3972343"/>
                <a:ext cx="3559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dirty="0"/>
              </a:p>
            </p:txBody>
          </p:sp>
        </mc:Choice>
        <mc:Fallback>
          <p:sp>
            <p:nvSpPr>
              <p:cNvPr id="229" name="文本框 228">
                <a:extLst>
                  <a:ext uri="{FF2B5EF4-FFF2-40B4-BE49-F238E27FC236}">
                    <a16:creationId xmlns:a16="http://schemas.microsoft.com/office/drawing/2014/main" id="{3924CBE5-CA5C-7C42-8B3F-45A60E810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011" y="3972343"/>
                <a:ext cx="355985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0" name="文本框 229">
                <a:extLst>
                  <a:ext uri="{FF2B5EF4-FFF2-40B4-BE49-F238E27FC236}">
                    <a16:creationId xmlns:a16="http://schemas.microsoft.com/office/drawing/2014/main" id="{4DEE697C-CEDF-474D-B97C-A6079ACADA1D}"/>
                  </a:ext>
                </a:extLst>
              </p:cNvPr>
              <p:cNvSpPr txBox="1"/>
              <p:nvPr/>
            </p:nvSpPr>
            <p:spPr>
              <a:xfrm>
                <a:off x="4341615" y="2658986"/>
                <a:ext cx="3559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dirty="0"/>
              </a:p>
            </p:txBody>
          </p:sp>
        </mc:Choice>
        <mc:Fallback>
          <p:sp>
            <p:nvSpPr>
              <p:cNvPr id="230" name="文本框 229">
                <a:extLst>
                  <a:ext uri="{FF2B5EF4-FFF2-40B4-BE49-F238E27FC236}">
                    <a16:creationId xmlns:a16="http://schemas.microsoft.com/office/drawing/2014/main" id="{4DEE697C-CEDF-474D-B97C-A6079ACAD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615" y="2658986"/>
                <a:ext cx="355985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81E36079-6648-4D46-BD86-83C2062F2196}"/>
                  </a:ext>
                </a:extLst>
              </p:cNvPr>
              <p:cNvSpPr txBox="1"/>
              <p:nvPr/>
            </p:nvSpPr>
            <p:spPr>
              <a:xfrm>
                <a:off x="6505742" y="2548280"/>
                <a:ext cx="3559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dirty="0"/>
              </a:p>
            </p:txBody>
          </p:sp>
        </mc:Choice>
        <mc:Fallback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81E36079-6648-4D46-BD86-83C2062F2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742" y="2548280"/>
                <a:ext cx="355985" cy="2462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A77DBEB7-1419-B74B-A4DB-492DDE523BB7}"/>
                  </a:ext>
                </a:extLst>
              </p:cNvPr>
              <p:cNvSpPr txBox="1"/>
              <p:nvPr/>
            </p:nvSpPr>
            <p:spPr>
              <a:xfrm>
                <a:off x="6404629" y="2917426"/>
                <a:ext cx="3559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dirty="0"/>
              </a:p>
            </p:txBody>
          </p:sp>
        </mc:Choice>
        <mc:Fallback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A77DBEB7-1419-B74B-A4DB-492DDE523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4629" y="2917426"/>
                <a:ext cx="355985" cy="2462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9DD44044-D997-C347-AD1F-541423B62F1B}"/>
                  </a:ext>
                </a:extLst>
              </p:cNvPr>
              <p:cNvSpPr txBox="1"/>
              <p:nvPr/>
            </p:nvSpPr>
            <p:spPr>
              <a:xfrm>
                <a:off x="7165724" y="2673012"/>
                <a:ext cx="3559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dirty="0"/>
              </a:p>
            </p:txBody>
          </p:sp>
        </mc:Choice>
        <mc:Fallback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9DD44044-D997-C347-AD1F-541423B62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5724" y="2673012"/>
                <a:ext cx="355985" cy="2462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7F8D06AF-7330-9341-821B-17A531B9B8FF}"/>
                  </a:ext>
                </a:extLst>
              </p:cNvPr>
              <p:cNvSpPr txBox="1"/>
              <p:nvPr/>
            </p:nvSpPr>
            <p:spPr>
              <a:xfrm>
                <a:off x="6728731" y="3950496"/>
                <a:ext cx="3559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dirty="0"/>
              </a:p>
            </p:txBody>
          </p:sp>
        </mc:Choice>
        <mc:Fallback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7F8D06AF-7330-9341-821B-17A531B9B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8731" y="3950496"/>
                <a:ext cx="355985" cy="2462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03511F7C-A09B-054D-AC1E-ED2E2A263E21}"/>
                  </a:ext>
                </a:extLst>
              </p:cNvPr>
              <p:cNvSpPr txBox="1"/>
              <p:nvPr/>
            </p:nvSpPr>
            <p:spPr>
              <a:xfrm>
                <a:off x="7761383" y="4050494"/>
                <a:ext cx="3559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dirty="0"/>
              </a:p>
            </p:txBody>
          </p:sp>
        </mc:Choice>
        <mc:Fallback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03511F7C-A09B-054D-AC1E-ED2E2A263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1383" y="4050494"/>
                <a:ext cx="355985" cy="24622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6" name="圆角矩形 235">
            <a:extLst>
              <a:ext uri="{FF2B5EF4-FFF2-40B4-BE49-F238E27FC236}">
                <a16:creationId xmlns:a16="http://schemas.microsoft.com/office/drawing/2014/main" id="{41FEDE42-9DCB-3343-B49A-4A8A13B8727B}"/>
              </a:ext>
            </a:extLst>
          </p:cNvPr>
          <p:cNvSpPr/>
          <p:nvPr/>
        </p:nvSpPr>
        <p:spPr>
          <a:xfrm>
            <a:off x="8987409" y="3374624"/>
            <a:ext cx="188640" cy="191073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CD3311AE-A7B8-8646-BF08-44BEDDF65902}"/>
              </a:ext>
            </a:extLst>
          </p:cNvPr>
          <p:cNvSpPr/>
          <p:nvPr/>
        </p:nvSpPr>
        <p:spPr>
          <a:xfrm>
            <a:off x="9498674" y="3396334"/>
            <a:ext cx="147600" cy="147600"/>
          </a:xfrm>
          <a:prstGeom prst="ellipse">
            <a:avLst/>
          </a:prstGeom>
          <a:solidFill>
            <a:srgbClr val="8BD4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9" name="文本框 238">
                <a:extLst>
                  <a:ext uri="{FF2B5EF4-FFF2-40B4-BE49-F238E27FC236}">
                    <a16:creationId xmlns:a16="http://schemas.microsoft.com/office/drawing/2014/main" id="{B080BC8F-9768-544F-BCE3-5BF286A69437}"/>
                  </a:ext>
                </a:extLst>
              </p:cNvPr>
              <p:cNvSpPr txBox="1"/>
              <p:nvPr/>
            </p:nvSpPr>
            <p:spPr>
              <a:xfrm>
                <a:off x="8818086" y="3983918"/>
                <a:ext cx="3670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i="1" dirty="0"/>
              </a:p>
            </p:txBody>
          </p:sp>
        </mc:Choice>
        <mc:Fallback>
          <p:sp>
            <p:nvSpPr>
              <p:cNvPr id="239" name="文本框 238">
                <a:extLst>
                  <a:ext uri="{FF2B5EF4-FFF2-40B4-BE49-F238E27FC236}">
                    <a16:creationId xmlns:a16="http://schemas.microsoft.com/office/drawing/2014/main" id="{B080BC8F-9768-544F-BCE3-5BF286A69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8086" y="3983918"/>
                <a:ext cx="367071" cy="24622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0" name="文本框 239">
                <a:extLst>
                  <a:ext uri="{FF2B5EF4-FFF2-40B4-BE49-F238E27FC236}">
                    <a16:creationId xmlns:a16="http://schemas.microsoft.com/office/drawing/2014/main" id="{5508E4AE-B887-794F-9FB7-55B8F122E9DE}"/>
                  </a:ext>
                </a:extLst>
              </p:cNvPr>
              <p:cNvSpPr txBox="1"/>
              <p:nvPr/>
            </p:nvSpPr>
            <p:spPr>
              <a:xfrm>
                <a:off x="8885423" y="3519622"/>
                <a:ext cx="3670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i="1" dirty="0"/>
              </a:p>
            </p:txBody>
          </p:sp>
        </mc:Choice>
        <mc:Fallback>
          <p:sp>
            <p:nvSpPr>
              <p:cNvPr id="240" name="文本框 239">
                <a:extLst>
                  <a:ext uri="{FF2B5EF4-FFF2-40B4-BE49-F238E27FC236}">
                    <a16:creationId xmlns:a16="http://schemas.microsoft.com/office/drawing/2014/main" id="{5508E4AE-B887-794F-9FB7-55B8F122E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5423" y="3519622"/>
                <a:ext cx="367071" cy="24622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28BB5EDC-8C9D-9F45-B15E-30C5B99CEF61}"/>
                  </a:ext>
                </a:extLst>
              </p:cNvPr>
              <p:cNvSpPr txBox="1"/>
              <p:nvPr/>
            </p:nvSpPr>
            <p:spPr>
              <a:xfrm>
                <a:off x="9161209" y="3511831"/>
                <a:ext cx="3670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i="1" dirty="0"/>
              </a:p>
            </p:txBody>
          </p:sp>
        </mc:Choice>
        <mc:Fallback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28BB5EDC-8C9D-9F45-B15E-30C5B99CE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1209" y="3511831"/>
                <a:ext cx="367071" cy="24622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A9A99132-6CF4-284F-80F7-47CCBF983A97}"/>
                  </a:ext>
                </a:extLst>
              </p:cNvPr>
              <p:cNvSpPr txBox="1"/>
              <p:nvPr/>
            </p:nvSpPr>
            <p:spPr>
              <a:xfrm>
                <a:off x="9428562" y="3511480"/>
                <a:ext cx="3670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i="1" dirty="0"/>
              </a:p>
            </p:txBody>
          </p:sp>
        </mc:Choice>
        <mc:Fallback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A9A99132-6CF4-284F-80F7-47CCBF983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8562" y="3511480"/>
                <a:ext cx="367071" cy="24622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3" name="直线箭头连接符 242">
            <a:extLst>
              <a:ext uri="{FF2B5EF4-FFF2-40B4-BE49-F238E27FC236}">
                <a16:creationId xmlns:a16="http://schemas.microsoft.com/office/drawing/2014/main" id="{47BE8FFB-EB0D-E04C-A966-C9451247D359}"/>
              </a:ext>
            </a:extLst>
          </p:cNvPr>
          <p:cNvCxnSpPr>
            <a:cxnSpLocks/>
          </p:cNvCxnSpPr>
          <p:nvPr/>
        </p:nvCxnSpPr>
        <p:spPr>
          <a:xfrm flipV="1">
            <a:off x="9742474" y="3374704"/>
            <a:ext cx="468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8" name="矩形 257">
            <a:extLst>
              <a:ext uri="{FF2B5EF4-FFF2-40B4-BE49-F238E27FC236}">
                <a16:creationId xmlns:a16="http://schemas.microsoft.com/office/drawing/2014/main" id="{46BABEFB-3306-094A-995D-8D858554F025}"/>
              </a:ext>
            </a:extLst>
          </p:cNvPr>
          <p:cNvSpPr/>
          <p:nvPr/>
        </p:nvSpPr>
        <p:spPr>
          <a:xfrm>
            <a:off x="10292518" y="2148072"/>
            <a:ext cx="1513255" cy="2520406"/>
          </a:xfrm>
          <a:prstGeom prst="rect">
            <a:avLst/>
          </a:prstGeom>
          <a:solidFill>
            <a:srgbClr val="FFEFBE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3DC3A4C8-C32F-C24E-A872-219364014C29}"/>
              </a:ext>
            </a:extLst>
          </p:cNvPr>
          <p:cNvSpPr/>
          <p:nvPr/>
        </p:nvSpPr>
        <p:spPr>
          <a:xfrm>
            <a:off x="10397044" y="2380776"/>
            <a:ext cx="162000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0" name="圆角矩形 259">
            <a:extLst>
              <a:ext uri="{FF2B5EF4-FFF2-40B4-BE49-F238E27FC236}">
                <a16:creationId xmlns:a16="http://schemas.microsoft.com/office/drawing/2014/main" id="{500F6A3E-D530-4A4F-BDDE-F3630C075811}"/>
              </a:ext>
            </a:extLst>
          </p:cNvPr>
          <p:cNvSpPr/>
          <p:nvPr/>
        </p:nvSpPr>
        <p:spPr>
          <a:xfrm>
            <a:off x="10332033" y="2315957"/>
            <a:ext cx="285961" cy="291600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5F591D52-93C1-E547-AA5C-1F26727F8D49}"/>
              </a:ext>
            </a:extLst>
          </p:cNvPr>
          <p:cNvSpPr txBox="1"/>
          <p:nvPr/>
        </p:nvSpPr>
        <p:spPr>
          <a:xfrm>
            <a:off x="10620640" y="2298357"/>
            <a:ext cx="1073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1</a:t>
            </a:r>
            <a:endParaRPr kumimoji="1" lang="zh-CN" altLang="en-US" sz="1400" b="1" i="1" dirty="0"/>
          </a:p>
        </p:txBody>
      </p:sp>
      <p:sp>
        <p:nvSpPr>
          <p:cNvPr id="262" name="三角形 261">
            <a:extLst>
              <a:ext uri="{FF2B5EF4-FFF2-40B4-BE49-F238E27FC236}">
                <a16:creationId xmlns:a16="http://schemas.microsoft.com/office/drawing/2014/main" id="{9B031C86-714F-1F4A-A4A6-871F8EC387A6}"/>
              </a:ext>
            </a:extLst>
          </p:cNvPr>
          <p:cNvSpPr/>
          <p:nvPr/>
        </p:nvSpPr>
        <p:spPr>
          <a:xfrm>
            <a:off x="10424414" y="2892271"/>
            <a:ext cx="147600" cy="165600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3" name="圆角矩形 262">
            <a:extLst>
              <a:ext uri="{FF2B5EF4-FFF2-40B4-BE49-F238E27FC236}">
                <a16:creationId xmlns:a16="http://schemas.microsoft.com/office/drawing/2014/main" id="{85293A82-77F1-2144-9452-5E49FE01A4B2}"/>
              </a:ext>
            </a:extLst>
          </p:cNvPr>
          <p:cNvSpPr/>
          <p:nvPr/>
        </p:nvSpPr>
        <p:spPr>
          <a:xfrm>
            <a:off x="10349121" y="2840020"/>
            <a:ext cx="285961" cy="291600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4" name="文本框 263">
            <a:extLst>
              <a:ext uri="{FF2B5EF4-FFF2-40B4-BE49-F238E27FC236}">
                <a16:creationId xmlns:a16="http://schemas.microsoft.com/office/drawing/2014/main" id="{7C120E23-B15D-A04F-B133-3D2598E44B3A}"/>
              </a:ext>
            </a:extLst>
          </p:cNvPr>
          <p:cNvSpPr txBox="1"/>
          <p:nvPr/>
        </p:nvSpPr>
        <p:spPr>
          <a:xfrm>
            <a:off x="10645448" y="2833531"/>
            <a:ext cx="1073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2</a:t>
            </a:r>
            <a:endParaRPr kumimoji="1" lang="zh-CN" altLang="en-US" sz="1400" b="1" i="1" dirty="0"/>
          </a:p>
        </p:txBody>
      </p:sp>
      <p:sp>
        <p:nvSpPr>
          <p:cNvPr id="265" name="矩形 264">
            <a:extLst>
              <a:ext uri="{FF2B5EF4-FFF2-40B4-BE49-F238E27FC236}">
                <a16:creationId xmlns:a16="http://schemas.microsoft.com/office/drawing/2014/main" id="{3673C198-3A67-F941-9655-162178531672}"/>
              </a:ext>
            </a:extLst>
          </p:cNvPr>
          <p:cNvSpPr/>
          <p:nvPr/>
        </p:nvSpPr>
        <p:spPr>
          <a:xfrm>
            <a:off x="8441561" y="4193894"/>
            <a:ext cx="1595004" cy="373442"/>
          </a:xfrm>
          <a:prstGeom prst="rect">
            <a:avLst/>
          </a:prstGeom>
          <a:noFill/>
          <a:ln w="1270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000" b="1" dirty="0">
                <a:cs typeface="Times New Roman" panose="02020603050405020304" pitchFamily="18" charset="0"/>
              </a:rPr>
              <a:t>STAIR Rule Tree</a:t>
            </a:r>
            <a:endParaRPr kumimoji="1" lang="zh-CN" altLang="en-US" sz="1000" b="1" dirty="0">
              <a:cs typeface="Times New Roman" panose="02020603050405020304" pitchFamily="18" charset="0"/>
            </a:endParaRPr>
          </a:p>
        </p:txBody>
      </p:sp>
      <p:sp>
        <p:nvSpPr>
          <p:cNvPr id="266" name="三角形 265">
            <a:extLst>
              <a:ext uri="{FF2B5EF4-FFF2-40B4-BE49-F238E27FC236}">
                <a16:creationId xmlns:a16="http://schemas.microsoft.com/office/drawing/2014/main" id="{D0786C4C-47C2-F24E-9000-ECC62FC6C42D}"/>
              </a:ext>
            </a:extLst>
          </p:cNvPr>
          <p:cNvSpPr/>
          <p:nvPr/>
        </p:nvSpPr>
        <p:spPr>
          <a:xfrm>
            <a:off x="10440964" y="3433376"/>
            <a:ext cx="147600" cy="165600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7" name="圆角矩形 266">
            <a:extLst>
              <a:ext uri="{FF2B5EF4-FFF2-40B4-BE49-F238E27FC236}">
                <a16:creationId xmlns:a16="http://schemas.microsoft.com/office/drawing/2014/main" id="{972F9CE8-50C4-4D4A-9C64-C67049010BF5}"/>
              </a:ext>
            </a:extLst>
          </p:cNvPr>
          <p:cNvSpPr/>
          <p:nvPr/>
        </p:nvSpPr>
        <p:spPr>
          <a:xfrm>
            <a:off x="10371374" y="3375513"/>
            <a:ext cx="285961" cy="291600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8" name="文本框 267">
            <a:extLst>
              <a:ext uri="{FF2B5EF4-FFF2-40B4-BE49-F238E27FC236}">
                <a16:creationId xmlns:a16="http://schemas.microsoft.com/office/drawing/2014/main" id="{FF0C5CDE-80A3-364B-B94B-10278BC70B5B}"/>
              </a:ext>
            </a:extLst>
          </p:cNvPr>
          <p:cNvSpPr txBox="1"/>
          <p:nvPr/>
        </p:nvSpPr>
        <p:spPr>
          <a:xfrm>
            <a:off x="10657335" y="3356221"/>
            <a:ext cx="1073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3</a:t>
            </a:r>
            <a:endParaRPr kumimoji="1" lang="zh-CN" altLang="en-US" sz="1400" b="1" i="1" dirty="0"/>
          </a:p>
        </p:txBody>
      </p:sp>
      <p:sp>
        <p:nvSpPr>
          <p:cNvPr id="269" name="乘 268">
            <a:extLst>
              <a:ext uri="{FF2B5EF4-FFF2-40B4-BE49-F238E27FC236}">
                <a16:creationId xmlns:a16="http://schemas.microsoft.com/office/drawing/2014/main" id="{40138506-9C1D-1845-96C1-37EE0410E637}"/>
              </a:ext>
            </a:extLst>
          </p:cNvPr>
          <p:cNvSpPr/>
          <p:nvPr/>
        </p:nvSpPr>
        <p:spPr>
          <a:xfrm>
            <a:off x="10422301" y="3862938"/>
            <a:ext cx="201600" cy="291600"/>
          </a:xfrm>
          <a:prstGeom prst="mathMultiply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0" name="文本框 269">
            <a:extLst>
              <a:ext uri="{FF2B5EF4-FFF2-40B4-BE49-F238E27FC236}">
                <a16:creationId xmlns:a16="http://schemas.microsoft.com/office/drawing/2014/main" id="{88F98FFF-4D2C-9547-A2CE-B777CD419D44}"/>
              </a:ext>
            </a:extLst>
          </p:cNvPr>
          <p:cNvSpPr txBox="1"/>
          <p:nvPr/>
        </p:nvSpPr>
        <p:spPr>
          <a:xfrm>
            <a:off x="10662691" y="3848929"/>
            <a:ext cx="1073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4</a:t>
            </a:r>
            <a:endParaRPr kumimoji="1" lang="zh-CN" altLang="en-US" sz="1400" b="1" i="1" dirty="0"/>
          </a:p>
        </p:txBody>
      </p:sp>
      <p:sp>
        <p:nvSpPr>
          <p:cNvPr id="271" name="椭圆 270">
            <a:extLst>
              <a:ext uri="{FF2B5EF4-FFF2-40B4-BE49-F238E27FC236}">
                <a16:creationId xmlns:a16="http://schemas.microsoft.com/office/drawing/2014/main" id="{A4AF85F9-C377-CB4C-A617-1048189800A3}"/>
              </a:ext>
            </a:extLst>
          </p:cNvPr>
          <p:cNvSpPr/>
          <p:nvPr/>
        </p:nvSpPr>
        <p:spPr>
          <a:xfrm>
            <a:off x="10443725" y="4354113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2" name="文本框 271">
            <a:extLst>
              <a:ext uri="{FF2B5EF4-FFF2-40B4-BE49-F238E27FC236}">
                <a16:creationId xmlns:a16="http://schemas.microsoft.com/office/drawing/2014/main" id="{C9C67F14-7E03-9F46-BC27-D419E75622AD}"/>
              </a:ext>
            </a:extLst>
          </p:cNvPr>
          <p:cNvSpPr txBox="1"/>
          <p:nvPr/>
        </p:nvSpPr>
        <p:spPr>
          <a:xfrm>
            <a:off x="10666234" y="4288411"/>
            <a:ext cx="1073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5</a:t>
            </a:r>
            <a:endParaRPr kumimoji="1" lang="zh-CN" altLang="en-US" sz="1400" b="1" i="1" dirty="0"/>
          </a:p>
        </p:txBody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C2123239-8C6F-0743-8C9A-71E762A38D22}"/>
              </a:ext>
            </a:extLst>
          </p:cNvPr>
          <p:cNvSpPr/>
          <p:nvPr/>
        </p:nvSpPr>
        <p:spPr>
          <a:xfrm>
            <a:off x="8591130" y="1472139"/>
            <a:ext cx="2863801" cy="380976"/>
          </a:xfrm>
          <a:prstGeom prst="rect">
            <a:avLst/>
          </a:prstGeom>
          <a:noFill/>
          <a:ln w="1270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cs typeface="Times New Roman" panose="02020603050405020304" pitchFamily="18" charset="0"/>
              </a:rPr>
              <a:t>Outlier Summarization</a:t>
            </a:r>
            <a:endParaRPr kumimoji="1" lang="zh-CN" altLang="en-US" sz="1400" b="1" dirty="0">
              <a:cs typeface="Times New Roman" panose="02020603050405020304" pitchFamily="18" charset="0"/>
            </a:endParaRPr>
          </a:p>
        </p:txBody>
      </p:sp>
      <p:sp>
        <p:nvSpPr>
          <p:cNvPr id="276" name="圆角矩形 275">
            <a:extLst>
              <a:ext uri="{FF2B5EF4-FFF2-40B4-BE49-F238E27FC236}">
                <a16:creationId xmlns:a16="http://schemas.microsoft.com/office/drawing/2014/main" id="{9602F461-F393-AF48-B864-53D1A51AC830}"/>
              </a:ext>
            </a:extLst>
          </p:cNvPr>
          <p:cNvSpPr/>
          <p:nvPr/>
        </p:nvSpPr>
        <p:spPr>
          <a:xfrm rot="5400000">
            <a:off x="5510226" y="3360670"/>
            <a:ext cx="574534" cy="3690835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7" name="提取 276">
            <a:extLst>
              <a:ext uri="{FF2B5EF4-FFF2-40B4-BE49-F238E27FC236}">
                <a16:creationId xmlns:a16="http://schemas.microsoft.com/office/drawing/2014/main" id="{E9C13C6B-964E-9242-82B4-6BC0236488D6}"/>
              </a:ext>
            </a:extLst>
          </p:cNvPr>
          <p:cNvSpPr/>
          <p:nvPr/>
        </p:nvSpPr>
        <p:spPr>
          <a:xfrm>
            <a:off x="3811750" y="5049205"/>
            <a:ext cx="147600" cy="169200"/>
          </a:xfrm>
          <a:prstGeom prst="flowChartExtract">
            <a:avLst/>
          </a:prstGeom>
          <a:solidFill>
            <a:srgbClr val="EDB5A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8" name="椭圆 277">
            <a:extLst>
              <a:ext uri="{FF2B5EF4-FFF2-40B4-BE49-F238E27FC236}">
                <a16:creationId xmlns:a16="http://schemas.microsoft.com/office/drawing/2014/main" id="{47164F24-EC9E-4446-9E86-32335894BC20}"/>
              </a:ext>
            </a:extLst>
          </p:cNvPr>
          <p:cNvSpPr/>
          <p:nvPr/>
        </p:nvSpPr>
        <p:spPr>
          <a:xfrm>
            <a:off x="5920799" y="5065413"/>
            <a:ext cx="165600" cy="165600"/>
          </a:xfrm>
          <a:prstGeom prst="ellipse">
            <a:avLst/>
          </a:prstGeom>
          <a:solidFill>
            <a:srgbClr val="8BD4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9" name="乘 278">
            <a:extLst>
              <a:ext uri="{FF2B5EF4-FFF2-40B4-BE49-F238E27FC236}">
                <a16:creationId xmlns:a16="http://schemas.microsoft.com/office/drawing/2014/main" id="{E854D887-3D26-8942-81E7-75A6C89566CF}"/>
              </a:ext>
            </a:extLst>
          </p:cNvPr>
          <p:cNvSpPr/>
          <p:nvPr/>
        </p:nvSpPr>
        <p:spPr>
          <a:xfrm>
            <a:off x="4662243" y="4999249"/>
            <a:ext cx="201600" cy="291600"/>
          </a:xfrm>
          <a:prstGeom prst="mathMultiply">
            <a:avLst/>
          </a:prstGeom>
          <a:solidFill>
            <a:srgbClr val="EDB5A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0" name="乘 279">
            <a:extLst>
              <a:ext uri="{FF2B5EF4-FFF2-40B4-BE49-F238E27FC236}">
                <a16:creationId xmlns:a16="http://schemas.microsoft.com/office/drawing/2014/main" id="{7AC26C04-8F44-0045-9747-BC5B281A14F4}"/>
              </a:ext>
            </a:extLst>
          </p:cNvPr>
          <p:cNvSpPr/>
          <p:nvPr/>
        </p:nvSpPr>
        <p:spPr>
          <a:xfrm>
            <a:off x="6681341" y="5006669"/>
            <a:ext cx="201600" cy="291600"/>
          </a:xfrm>
          <a:prstGeom prst="mathMultiply">
            <a:avLst/>
          </a:prstGeom>
          <a:solidFill>
            <a:srgbClr val="8BD4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1" name="文本框 280">
            <a:extLst>
              <a:ext uri="{FF2B5EF4-FFF2-40B4-BE49-F238E27FC236}">
                <a16:creationId xmlns:a16="http://schemas.microsoft.com/office/drawing/2014/main" id="{3573A188-B8B2-2D4F-A090-40DA11A03336}"/>
              </a:ext>
            </a:extLst>
          </p:cNvPr>
          <p:cNvSpPr txBox="1"/>
          <p:nvPr/>
        </p:nvSpPr>
        <p:spPr>
          <a:xfrm>
            <a:off x="3935067" y="5006599"/>
            <a:ext cx="704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C81EAFE5-D4C4-0947-AE32-A8F400D6ACD1}"/>
              </a:ext>
            </a:extLst>
          </p:cNvPr>
          <p:cNvSpPr txBox="1"/>
          <p:nvPr/>
        </p:nvSpPr>
        <p:spPr>
          <a:xfrm>
            <a:off x="4810480" y="5010142"/>
            <a:ext cx="1140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Outlier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8D19A8F8-C595-1E4D-BC3F-3EE254C2CE95}"/>
              </a:ext>
            </a:extLst>
          </p:cNvPr>
          <p:cNvSpPr txBox="1"/>
          <p:nvPr/>
        </p:nvSpPr>
        <p:spPr>
          <a:xfrm>
            <a:off x="6065746" y="5013170"/>
            <a:ext cx="550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Inlier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4" name="文本框 283">
            <a:extLst>
              <a:ext uri="{FF2B5EF4-FFF2-40B4-BE49-F238E27FC236}">
                <a16:creationId xmlns:a16="http://schemas.microsoft.com/office/drawing/2014/main" id="{824D6A9C-2788-A549-9122-03EC3ACDBCD0}"/>
              </a:ext>
            </a:extLst>
          </p:cNvPr>
          <p:cNvSpPr txBox="1"/>
          <p:nvPr/>
        </p:nvSpPr>
        <p:spPr>
          <a:xfrm>
            <a:off x="6826279" y="5016521"/>
            <a:ext cx="1001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Inlier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5" name="圆角矩形 284">
            <a:extLst>
              <a:ext uri="{FF2B5EF4-FFF2-40B4-BE49-F238E27FC236}">
                <a16:creationId xmlns:a16="http://schemas.microsoft.com/office/drawing/2014/main" id="{F292EC6E-290D-8543-B71F-D76709AFA86A}"/>
              </a:ext>
            </a:extLst>
          </p:cNvPr>
          <p:cNvSpPr/>
          <p:nvPr/>
        </p:nvSpPr>
        <p:spPr>
          <a:xfrm>
            <a:off x="3695414" y="4050896"/>
            <a:ext cx="285961" cy="291600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6" name="圆角矩形 285">
            <a:extLst>
              <a:ext uri="{FF2B5EF4-FFF2-40B4-BE49-F238E27FC236}">
                <a16:creationId xmlns:a16="http://schemas.microsoft.com/office/drawing/2014/main" id="{40770EAB-9B5D-914B-B5D2-99D906B38840}"/>
              </a:ext>
            </a:extLst>
          </p:cNvPr>
          <p:cNvSpPr/>
          <p:nvPr/>
        </p:nvSpPr>
        <p:spPr>
          <a:xfrm>
            <a:off x="6498978" y="4040637"/>
            <a:ext cx="285961" cy="291600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1956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8BD49F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1109</TotalTime>
  <Words>116</Words>
  <Application>Microsoft Macintosh PowerPoint</Application>
  <PresentationFormat>宽屏</PresentationFormat>
  <Paragraphs>66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r1jin</dc:creator>
  <cp:lastModifiedBy>r1jin</cp:lastModifiedBy>
  <cp:revision>48</cp:revision>
  <dcterms:created xsi:type="dcterms:W3CDTF">2025-03-17T13:32:55Z</dcterms:created>
  <dcterms:modified xsi:type="dcterms:W3CDTF">2025-05-13T08:52:32Z</dcterms:modified>
</cp:coreProperties>
</file>