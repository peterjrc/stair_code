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7D6"/>
    <a:srgbClr val="D4F7E5"/>
    <a:srgbClr val="00F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7"/>
    <p:restoredTop sz="96281"/>
  </p:normalViewPr>
  <p:slideViewPr>
    <p:cSldViewPr snapToGrid="0" snapToObjects="1">
      <p:cViewPr>
        <p:scale>
          <a:sx n="110" d="100"/>
          <a:sy n="110" d="100"/>
        </p:scale>
        <p:origin x="87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4A2A-393B-EA4E-B252-C747073CF690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614EF-8B0C-A842-A4AA-C67159F9E9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518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D40EC-3371-E148-8D00-698E24070F6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6833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8DBF2-20DF-0349-ADFE-86CB63F53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626485-D2A6-9042-BC67-7CB0DE8BB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68197-F0CC-2241-ACEA-56CD57DF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D109C-DAEC-8443-9D16-1AA46687A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28588-1E7D-3C4C-8C6E-1B57D6D0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5604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23BDE-DF50-874E-B7D3-95512B69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B15686-5C20-8946-8906-D76542F7A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479A3-54CA-9F46-811A-8DFF39AFA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EF858-F085-2745-BCFE-68F148E7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620B3B-AF0F-7043-9F0F-3B3AE001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394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571BC-CD80-6E46-A75F-A65716BA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2FAF5C-6886-5246-9323-A5FAF7D20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C2BD70-7C5A-4D4E-9555-FF344F56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237C0-75CE-7848-9CF9-9BB05424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316899-957C-B24E-AEAB-5CF80755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210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7E671-B1F0-0F4E-8CFE-04858EF5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E2B5B4-DCBD-B84F-B4C8-FDB1A7C21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C89209-3948-7F4C-9524-293733F24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9A225A-6B99-A948-B1BC-CA7B6C6C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6CBDDD-ECD4-DC4A-94A2-6A87D421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50F0B8-C524-E846-A147-96F74F87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8082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EFE29-DF59-FB4C-89D7-0A29332C5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BA8B34-C822-9F4B-966D-50A46067B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67A0B7-84C1-494D-952B-F40819649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D8BF6D-1158-314C-829D-BCB54C1A4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65BFEA-8EAF-BB4A-A3FC-D3AFA1349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4F6C57-C94E-A84F-8591-9CC7F981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CFF7E9-96F0-0D42-8502-9048746A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BCBCA1-490B-3247-83F5-2A3744DF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9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4C6E7-F2B4-7541-8970-F99293EA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F21162-6C63-0A44-A44F-619AA99A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3B1424-87D2-D247-AF3D-6DD76870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03E9F2-0910-1D4F-A949-F0FE9B51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589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BDE621-228A-954E-B7C5-38D4877D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B58E1A-560F-AB4A-89F9-5A434DAC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4D9A08-EB14-A447-B4BF-0E68DA75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619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782CC-681B-2442-AD4A-81211671B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DE64CE-A9AC-1A44-931D-F0AAA5AFE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38572B-ADBF-0940-8B7B-F6D8AE5FF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B24F17-B880-4143-8748-0F152EEF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CB4B14-7A4B-624A-980A-65A56631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3FD741-7708-5B43-A1AF-A15B211F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49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E302C-A418-6B45-8BD6-71AA20D3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DF959E-04D7-9141-8A68-0268602C7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E1B7E5-ED11-9744-967A-F9773A7EF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99F9B6-0704-D148-8C01-78255FE1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EF0269-A1A7-804F-944A-D87B51B8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829947-9714-FB4C-A968-D1A1C580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458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75FAB-DD78-3941-9445-2D61C191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634C72-735C-C84B-90B3-DE43A95DE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7DFA8-22AD-1A45-9E43-5B00668E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E28B98-CDF7-F146-8E7C-C4B32FA3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255B0B-1FAB-1E4F-93B7-78BAD0854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69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0A8A4E-6021-B140-9596-6ED0543A0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672782-66B1-EB42-8433-74E66C37E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98675F-0896-6248-B2DD-946ADC7C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EF3A5-3A1E-8D4D-9972-E787805D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DC8274-433C-F441-A920-72E53A68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118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B28DD4-207E-E04B-902B-F3E1BD36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BF6940-74D5-B344-91C8-94FB6517F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F8D568-0905-B24F-839E-0DAFA23E7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C95F7-C929-7C4F-A861-EFCD86379B3E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2E7DE-7596-814D-AB47-086B48223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EEC84-0CE8-F449-ADD0-5E167BAA8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68EEE-ED71-5942-B4BE-8BA7CBCA9C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0111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矩形 325">
            <a:extLst>
              <a:ext uri="{FF2B5EF4-FFF2-40B4-BE49-F238E27FC236}">
                <a16:creationId xmlns:a16="http://schemas.microsoft.com/office/drawing/2014/main" id="{D519FF9A-39C8-7E42-A9C6-027BAA9FE0D5}"/>
              </a:ext>
            </a:extLst>
          </p:cNvPr>
          <p:cNvSpPr/>
          <p:nvPr/>
        </p:nvSpPr>
        <p:spPr>
          <a:xfrm>
            <a:off x="1585913" y="123525"/>
            <a:ext cx="10472737" cy="25661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F72E75-67FC-CB4C-864B-564CE938834A}"/>
              </a:ext>
            </a:extLst>
          </p:cNvPr>
          <p:cNvSpPr/>
          <p:nvPr/>
        </p:nvSpPr>
        <p:spPr>
          <a:xfrm>
            <a:off x="1846945" y="240580"/>
            <a:ext cx="2775473" cy="184640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856D70F-03F8-6D44-9448-95F2C284253A}"/>
              </a:ext>
            </a:extLst>
          </p:cNvPr>
          <p:cNvSpPr/>
          <p:nvPr/>
        </p:nvSpPr>
        <p:spPr>
          <a:xfrm>
            <a:off x="2382361" y="350846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A1E8F50-3694-FF4A-BD00-1FA3422A34C2}"/>
              </a:ext>
            </a:extLst>
          </p:cNvPr>
          <p:cNvSpPr/>
          <p:nvPr/>
        </p:nvSpPr>
        <p:spPr>
          <a:xfrm>
            <a:off x="2990842" y="75731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3D98856-576D-8F4C-893B-0656C6BBB890}"/>
              </a:ext>
            </a:extLst>
          </p:cNvPr>
          <p:cNvSpPr/>
          <p:nvPr/>
        </p:nvSpPr>
        <p:spPr>
          <a:xfrm>
            <a:off x="2554484" y="1009751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A55972B-795B-7343-8234-614C2D3804B9}"/>
              </a:ext>
            </a:extLst>
          </p:cNvPr>
          <p:cNvSpPr/>
          <p:nvPr/>
        </p:nvSpPr>
        <p:spPr>
          <a:xfrm>
            <a:off x="3270541" y="628586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DABCC10-1C8B-2F46-AD6D-FC02285F200E}"/>
              </a:ext>
            </a:extLst>
          </p:cNvPr>
          <p:cNvSpPr/>
          <p:nvPr/>
        </p:nvSpPr>
        <p:spPr>
          <a:xfrm>
            <a:off x="2991738" y="107429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EF5DC16-E993-BB41-83F3-FC2D01A298D4}"/>
              </a:ext>
            </a:extLst>
          </p:cNvPr>
          <p:cNvSpPr/>
          <p:nvPr/>
        </p:nvSpPr>
        <p:spPr>
          <a:xfrm>
            <a:off x="3434146" y="918311"/>
            <a:ext cx="172123" cy="17869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D84D7E-4D4B-6A44-878B-57477C7ADB50}"/>
              </a:ext>
            </a:extLst>
          </p:cNvPr>
          <p:cNvSpPr/>
          <p:nvPr/>
        </p:nvSpPr>
        <p:spPr>
          <a:xfrm>
            <a:off x="2950945" y="139128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EFF5E5A-A38B-F84A-B894-1A81033014E8}"/>
              </a:ext>
            </a:extLst>
          </p:cNvPr>
          <p:cNvSpPr/>
          <p:nvPr/>
        </p:nvSpPr>
        <p:spPr>
          <a:xfrm>
            <a:off x="3309985" y="121487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358500B-BFB8-3840-BF52-59AA54EB91D6}"/>
              </a:ext>
            </a:extLst>
          </p:cNvPr>
          <p:cNvSpPr/>
          <p:nvPr/>
        </p:nvSpPr>
        <p:spPr>
          <a:xfrm>
            <a:off x="2126644" y="1744529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BE5F984-A48B-2C46-AD59-2FBB96B8DC90}"/>
              </a:ext>
            </a:extLst>
          </p:cNvPr>
          <p:cNvSpPr/>
          <p:nvPr/>
        </p:nvSpPr>
        <p:spPr>
          <a:xfrm>
            <a:off x="4333755" y="391918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F4AA05C-A2EC-0246-9936-BF123DB33103}"/>
              </a:ext>
            </a:extLst>
          </p:cNvPr>
          <p:cNvSpPr/>
          <p:nvPr/>
        </p:nvSpPr>
        <p:spPr>
          <a:xfrm>
            <a:off x="3617027" y="1744529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A9EF6B3-8853-FC43-92F0-1FDCAFB91881}"/>
              </a:ext>
            </a:extLst>
          </p:cNvPr>
          <p:cNvSpPr/>
          <p:nvPr/>
        </p:nvSpPr>
        <p:spPr>
          <a:xfrm>
            <a:off x="4340254" y="1481988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AADA4C8-FA85-0943-AF4A-78ED3873C8E0}"/>
              </a:ext>
            </a:extLst>
          </p:cNvPr>
          <p:cNvSpPr/>
          <p:nvPr/>
        </p:nvSpPr>
        <p:spPr>
          <a:xfrm>
            <a:off x="1929083" y="558661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0D310B5-6F8E-3B41-A6C9-913BADEA2837}"/>
              </a:ext>
            </a:extLst>
          </p:cNvPr>
          <p:cNvSpPr/>
          <p:nvPr/>
        </p:nvSpPr>
        <p:spPr>
          <a:xfrm>
            <a:off x="50638" y="1985682"/>
            <a:ext cx="1360392" cy="2848984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183094E-55A7-1C43-871B-42D7208EA5D8}"/>
              </a:ext>
            </a:extLst>
          </p:cNvPr>
          <p:cNvSpPr/>
          <p:nvPr/>
        </p:nvSpPr>
        <p:spPr>
          <a:xfrm>
            <a:off x="164495" y="2291379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0B5FA5E-DC4F-B540-B584-DAB105B7E27B}"/>
              </a:ext>
            </a:extLst>
          </p:cNvPr>
          <p:cNvSpPr/>
          <p:nvPr/>
        </p:nvSpPr>
        <p:spPr>
          <a:xfrm>
            <a:off x="164496" y="2954924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BC8232B-72D5-3541-B86C-B9BAA457D316}"/>
              </a:ext>
            </a:extLst>
          </p:cNvPr>
          <p:cNvSpPr/>
          <p:nvPr/>
        </p:nvSpPr>
        <p:spPr>
          <a:xfrm>
            <a:off x="3580718" y="66587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971970C-EE40-9E4B-A79E-309681703BDF}"/>
              </a:ext>
            </a:extLst>
          </p:cNvPr>
          <p:cNvSpPr/>
          <p:nvPr/>
        </p:nvSpPr>
        <p:spPr>
          <a:xfrm>
            <a:off x="1974470" y="300478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乘 32">
            <a:extLst>
              <a:ext uri="{FF2B5EF4-FFF2-40B4-BE49-F238E27FC236}">
                <a16:creationId xmlns:a16="http://schemas.microsoft.com/office/drawing/2014/main" id="{B3FC7B10-6DFC-454A-B051-1519B746753D}"/>
              </a:ext>
            </a:extLst>
          </p:cNvPr>
          <p:cNvSpPr/>
          <p:nvPr/>
        </p:nvSpPr>
        <p:spPr>
          <a:xfrm>
            <a:off x="145121" y="3618469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乘 34">
            <a:extLst>
              <a:ext uri="{FF2B5EF4-FFF2-40B4-BE49-F238E27FC236}">
                <a16:creationId xmlns:a16="http://schemas.microsoft.com/office/drawing/2014/main" id="{364B0707-EBCD-3647-9F2F-58185B41B69B}"/>
              </a:ext>
            </a:extLst>
          </p:cNvPr>
          <p:cNvSpPr/>
          <p:nvPr/>
        </p:nvSpPr>
        <p:spPr>
          <a:xfrm>
            <a:off x="145121" y="4358440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7AA1FD-6306-9642-84C3-8356A889BB1E}"/>
                  </a:ext>
                </a:extLst>
              </p:cNvPr>
              <p:cNvSpPr/>
              <p:nvPr/>
            </p:nvSpPr>
            <p:spPr>
              <a:xfrm>
                <a:off x="2221213" y="2111466"/>
                <a:ext cx="1862061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Labeled </a:t>
                </a:r>
                <a:b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</a:rPr>
                            <m:t>𝒕𝒓𝒂𝒊𝒏</m:t>
                          </m:r>
                        </m:sub>
                      </m:sSub>
                    </m:oMath>
                  </m:oMathPara>
                </a14:m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7AA1FD-6306-9642-84C3-8356A889B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213" y="2111466"/>
                <a:ext cx="1862061" cy="5128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8E6F2DE7-4F53-084E-9057-E0A869699E1D}"/>
              </a:ext>
            </a:extLst>
          </p:cNvPr>
          <p:cNvSpPr/>
          <p:nvPr/>
        </p:nvSpPr>
        <p:spPr>
          <a:xfrm>
            <a:off x="5095870" y="236395"/>
            <a:ext cx="2775473" cy="1841364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3B4009B-91E8-B348-9276-FCD146D49460}"/>
              </a:ext>
            </a:extLst>
          </p:cNvPr>
          <p:cNvSpPr/>
          <p:nvPr/>
        </p:nvSpPr>
        <p:spPr>
          <a:xfrm>
            <a:off x="5631058" y="346661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2516E140-8B23-2643-850E-244D70110E7D}"/>
              </a:ext>
            </a:extLst>
          </p:cNvPr>
          <p:cNvSpPr/>
          <p:nvPr/>
        </p:nvSpPr>
        <p:spPr>
          <a:xfrm>
            <a:off x="6239539" y="75312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60904A8-FA62-2042-9FC4-46EAB200E9E3}"/>
              </a:ext>
            </a:extLst>
          </p:cNvPr>
          <p:cNvSpPr/>
          <p:nvPr/>
        </p:nvSpPr>
        <p:spPr>
          <a:xfrm>
            <a:off x="5803181" y="1005566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C376527-0F87-0543-AC21-96F185B3F028}"/>
              </a:ext>
            </a:extLst>
          </p:cNvPr>
          <p:cNvSpPr/>
          <p:nvPr/>
        </p:nvSpPr>
        <p:spPr>
          <a:xfrm>
            <a:off x="6519238" y="624401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7D2A9614-296D-1146-8009-EB3AF3129788}"/>
              </a:ext>
            </a:extLst>
          </p:cNvPr>
          <p:cNvSpPr/>
          <p:nvPr/>
        </p:nvSpPr>
        <p:spPr>
          <a:xfrm>
            <a:off x="6240435" y="107011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7A3E512-1638-3E47-9FAD-1FC9D5CC7295}"/>
              </a:ext>
            </a:extLst>
          </p:cNvPr>
          <p:cNvSpPr/>
          <p:nvPr/>
        </p:nvSpPr>
        <p:spPr>
          <a:xfrm>
            <a:off x="6558682" y="1210693"/>
            <a:ext cx="172123" cy="183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1230CAA-5750-1944-B9DD-EF5CC0A84C8B}"/>
              </a:ext>
            </a:extLst>
          </p:cNvPr>
          <p:cNvSpPr/>
          <p:nvPr/>
        </p:nvSpPr>
        <p:spPr>
          <a:xfrm>
            <a:off x="7582452" y="387733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AAC0E31-65DA-7E4B-90DC-C215DA1713BB}"/>
              </a:ext>
            </a:extLst>
          </p:cNvPr>
          <p:cNvSpPr/>
          <p:nvPr/>
        </p:nvSpPr>
        <p:spPr>
          <a:xfrm>
            <a:off x="6865724" y="174034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ACE17B4A-F52E-EA4E-AA9C-9B7B8F15EEB7}"/>
              </a:ext>
            </a:extLst>
          </p:cNvPr>
          <p:cNvSpPr/>
          <p:nvPr/>
        </p:nvSpPr>
        <p:spPr>
          <a:xfrm>
            <a:off x="7588951" y="1477803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762A06FF-2F35-B34E-AAD4-5CE404ABA505}"/>
              </a:ext>
            </a:extLst>
          </p:cNvPr>
          <p:cNvSpPr/>
          <p:nvPr/>
        </p:nvSpPr>
        <p:spPr>
          <a:xfrm>
            <a:off x="6829415" y="66168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A6A5860-8236-BE4D-AACF-A8AB468A7E5A}"/>
              </a:ext>
            </a:extLst>
          </p:cNvPr>
          <p:cNvSpPr/>
          <p:nvPr/>
        </p:nvSpPr>
        <p:spPr>
          <a:xfrm>
            <a:off x="5223167" y="296293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乘 54">
            <a:extLst>
              <a:ext uri="{FF2B5EF4-FFF2-40B4-BE49-F238E27FC236}">
                <a16:creationId xmlns:a16="http://schemas.microsoft.com/office/drawing/2014/main" id="{FB603893-A524-4D45-99C3-D8E8CA34FBAB}"/>
              </a:ext>
            </a:extLst>
          </p:cNvPr>
          <p:cNvSpPr/>
          <p:nvPr/>
        </p:nvSpPr>
        <p:spPr>
          <a:xfrm>
            <a:off x="6199642" y="1344600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乘 55">
            <a:extLst>
              <a:ext uri="{FF2B5EF4-FFF2-40B4-BE49-F238E27FC236}">
                <a16:creationId xmlns:a16="http://schemas.microsoft.com/office/drawing/2014/main" id="{338055AD-CD27-B846-B5DB-F85C3A460A38}"/>
              </a:ext>
            </a:extLst>
          </p:cNvPr>
          <p:cNvSpPr/>
          <p:nvPr/>
        </p:nvSpPr>
        <p:spPr>
          <a:xfrm>
            <a:off x="6715117" y="875912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乘 56">
            <a:extLst>
              <a:ext uri="{FF2B5EF4-FFF2-40B4-BE49-F238E27FC236}">
                <a16:creationId xmlns:a16="http://schemas.microsoft.com/office/drawing/2014/main" id="{344D4A9B-E301-FC43-8F3F-90E2B133A90D}"/>
              </a:ext>
            </a:extLst>
          </p:cNvPr>
          <p:cNvSpPr/>
          <p:nvPr/>
        </p:nvSpPr>
        <p:spPr>
          <a:xfrm>
            <a:off x="5433943" y="1712888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乘 57">
            <a:extLst>
              <a:ext uri="{FF2B5EF4-FFF2-40B4-BE49-F238E27FC236}">
                <a16:creationId xmlns:a16="http://schemas.microsoft.com/office/drawing/2014/main" id="{41377296-23F6-7043-84A5-0E134FE2B5B2}"/>
              </a:ext>
            </a:extLst>
          </p:cNvPr>
          <p:cNvSpPr/>
          <p:nvPr/>
        </p:nvSpPr>
        <p:spPr>
          <a:xfrm>
            <a:off x="5166313" y="489931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53B0BF0C-B887-DB44-ADA4-B8A99089BD31}"/>
                  </a:ext>
                </a:extLst>
              </p:cNvPr>
              <p:cNvSpPr/>
              <p:nvPr/>
            </p:nvSpPr>
            <p:spPr>
              <a:xfrm>
                <a:off x="5541410" y="2095481"/>
                <a:ext cx="1862061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prediction </a:t>
                </a:r>
                <a:b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𝒏𝒐𝒊𝒔𝒚</m:t>
                          </m:r>
                        </m:sub>
                      </m:sSub>
                    </m:oMath>
                  </m:oMathPara>
                </a14:m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53B0BF0C-B887-DB44-ADA4-B8A99089B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410" y="2095481"/>
                <a:ext cx="1862061" cy="512819"/>
              </a:xfrm>
              <a:prstGeom prst="rect">
                <a:avLst/>
              </a:prstGeom>
              <a:blipFill>
                <a:blip r:embed="rId4"/>
                <a:stretch>
                  <a:fillRect t="-2439" b="-4878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8FF5E4B1-ACEA-9F44-9695-8DC9CBA7780B}"/>
              </a:ext>
            </a:extLst>
          </p:cNvPr>
          <p:cNvCxnSpPr>
            <a:cxnSpLocks/>
          </p:cNvCxnSpPr>
          <p:nvPr/>
        </p:nvCxnSpPr>
        <p:spPr>
          <a:xfrm>
            <a:off x="7881873" y="1258100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0746FAB2-EEE3-954C-AEA2-02A9F28F4A38}"/>
              </a:ext>
            </a:extLst>
          </p:cNvPr>
          <p:cNvCxnSpPr>
            <a:cxnSpLocks/>
          </p:cNvCxnSpPr>
          <p:nvPr/>
        </p:nvCxnSpPr>
        <p:spPr>
          <a:xfrm>
            <a:off x="4633176" y="1252992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42C2945-6805-2248-9ACC-9021D2246CFE}"/>
              </a:ext>
            </a:extLst>
          </p:cNvPr>
          <p:cNvSpPr txBox="1"/>
          <p:nvPr/>
        </p:nvSpPr>
        <p:spPr>
          <a:xfrm>
            <a:off x="294340" y="2228526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Outlier</a:t>
            </a:r>
            <a:endParaRPr kumimoji="1" lang="zh-CN" altLang="en-US" sz="1400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AF8E2A-2168-6D49-9551-C5F9E55C4676}"/>
              </a:ext>
            </a:extLst>
          </p:cNvPr>
          <p:cNvSpPr txBox="1"/>
          <p:nvPr/>
        </p:nvSpPr>
        <p:spPr>
          <a:xfrm>
            <a:off x="289693" y="2906123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Inlier</a:t>
            </a:r>
            <a:endParaRPr kumimoji="1" lang="zh-CN" altLang="en-US" sz="1400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AA6C84D-F95F-7845-B875-C09665C21488}"/>
              </a:ext>
            </a:extLst>
          </p:cNvPr>
          <p:cNvSpPr txBox="1"/>
          <p:nvPr/>
        </p:nvSpPr>
        <p:spPr>
          <a:xfrm>
            <a:off x="297500" y="3594233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False Outlier</a:t>
            </a:r>
            <a:endParaRPr kumimoji="1" lang="zh-CN" altLang="en-US" sz="1400" b="1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DA1E110-D869-EE4B-821B-757BFDDD809F}"/>
              </a:ext>
            </a:extLst>
          </p:cNvPr>
          <p:cNvSpPr txBox="1"/>
          <p:nvPr/>
        </p:nvSpPr>
        <p:spPr>
          <a:xfrm>
            <a:off x="301536" y="4332252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False Inlier</a:t>
            </a:r>
            <a:endParaRPr kumimoji="1" lang="zh-CN" altLang="en-US" sz="1400" b="1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574B724-A5EB-8E43-B95A-E58158969BB7}"/>
              </a:ext>
            </a:extLst>
          </p:cNvPr>
          <p:cNvSpPr/>
          <p:nvPr/>
        </p:nvSpPr>
        <p:spPr>
          <a:xfrm>
            <a:off x="8344111" y="2111357"/>
            <a:ext cx="1352666" cy="4969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 Interpretation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0CA3810-6D39-0544-A354-7818D1A9AF8A}"/>
              </a:ext>
            </a:extLst>
          </p:cNvPr>
          <p:cNvSpPr/>
          <p:nvPr/>
        </p:nvSpPr>
        <p:spPr>
          <a:xfrm>
            <a:off x="9979216" y="236394"/>
            <a:ext cx="1658799" cy="184640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D9E602F-2914-574F-B542-9AF00A21E231}"/>
              </a:ext>
            </a:extLst>
          </p:cNvPr>
          <p:cNvSpPr txBox="1"/>
          <p:nvPr/>
        </p:nvSpPr>
        <p:spPr>
          <a:xfrm>
            <a:off x="10156774" y="27359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1</a:t>
            </a:r>
            <a:endParaRPr kumimoji="1" lang="zh-CN" altLang="en-US" sz="1400" b="1" i="1" dirty="0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4AB56E8A-99F8-2843-BA28-00928F066271}"/>
              </a:ext>
            </a:extLst>
          </p:cNvPr>
          <p:cNvSpPr/>
          <p:nvPr/>
        </p:nvSpPr>
        <p:spPr>
          <a:xfrm>
            <a:off x="10035120" y="325284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90BE9AB-8159-AB4B-9E47-F6A40BFAE64B}"/>
              </a:ext>
            </a:extLst>
          </p:cNvPr>
          <p:cNvSpPr/>
          <p:nvPr/>
        </p:nvSpPr>
        <p:spPr>
          <a:xfrm>
            <a:off x="10043158" y="1065201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ADF8A95-7F42-6A4C-871D-A2619E210FFF}"/>
              </a:ext>
            </a:extLst>
          </p:cNvPr>
          <p:cNvSpPr txBox="1"/>
          <p:nvPr/>
        </p:nvSpPr>
        <p:spPr>
          <a:xfrm>
            <a:off x="10170849" y="613407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2</a:t>
            </a:r>
            <a:endParaRPr kumimoji="1" lang="zh-CN" altLang="en-US" sz="1400" b="1" i="1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E879CE3-EB99-6B41-AE6A-C3FAD12B74F2}"/>
              </a:ext>
            </a:extLst>
          </p:cNvPr>
          <p:cNvSpPr txBox="1"/>
          <p:nvPr/>
        </p:nvSpPr>
        <p:spPr>
          <a:xfrm>
            <a:off x="10180968" y="985494"/>
            <a:ext cx="938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3</a:t>
            </a:r>
            <a:endParaRPr kumimoji="1" lang="zh-CN" altLang="en-US" sz="1400" b="1" i="1" dirty="0"/>
          </a:p>
        </p:txBody>
      </p:sp>
      <p:sp>
        <p:nvSpPr>
          <p:cNvPr id="84" name="乘 83">
            <a:extLst>
              <a:ext uri="{FF2B5EF4-FFF2-40B4-BE49-F238E27FC236}">
                <a16:creationId xmlns:a16="http://schemas.microsoft.com/office/drawing/2014/main" id="{3486A6C3-C29B-684B-944B-B616F1DC37E4}"/>
              </a:ext>
            </a:extLst>
          </p:cNvPr>
          <p:cNvSpPr/>
          <p:nvPr/>
        </p:nvSpPr>
        <p:spPr>
          <a:xfrm>
            <a:off x="10023783" y="640201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乘 84">
            <a:extLst>
              <a:ext uri="{FF2B5EF4-FFF2-40B4-BE49-F238E27FC236}">
                <a16:creationId xmlns:a16="http://schemas.microsoft.com/office/drawing/2014/main" id="{3023DA85-4793-BA44-BBD2-D0FC09BA603E}"/>
              </a:ext>
            </a:extLst>
          </p:cNvPr>
          <p:cNvSpPr/>
          <p:nvPr/>
        </p:nvSpPr>
        <p:spPr>
          <a:xfrm>
            <a:off x="10037813" y="1406945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DBBCB5E-4481-1243-A0D2-BCEFB71EAB0C}"/>
              </a:ext>
            </a:extLst>
          </p:cNvPr>
          <p:cNvSpPr txBox="1"/>
          <p:nvPr/>
        </p:nvSpPr>
        <p:spPr>
          <a:xfrm>
            <a:off x="10180968" y="1389855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4</a:t>
            </a:r>
            <a:endParaRPr kumimoji="1" lang="zh-CN" altLang="en-US" sz="1400" b="1" i="1" dirty="0"/>
          </a:p>
        </p:txBody>
      </p:sp>
      <p:sp>
        <p:nvSpPr>
          <p:cNvPr id="87" name="乘 86">
            <a:extLst>
              <a:ext uri="{FF2B5EF4-FFF2-40B4-BE49-F238E27FC236}">
                <a16:creationId xmlns:a16="http://schemas.microsoft.com/office/drawing/2014/main" id="{835E0F57-6005-EF4C-8209-DEA9EECDB8E2}"/>
              </a:ext>
            </a:extLst>
          </p:cNvPr>
          <p:cNvSpPr/>
          <p:nvPr/>
        </p:nvSpPr>
        <p:spPr>
          <a:xfrm>
            <a:off x="10035120" y="1818451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83F4744-E3BA-BB45-8FAD-5154141C97F2}"/>
              </a:ext>
            </a:extLst>
          </p:cNvPr>
          <p:cNvSpPr txBox="1"/>
          <p:nvPr/>
        </p:nvSpPr>
        <p:spPr>
          <a:xfrm>
            <a:off x="10170849" y="1794215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5</a:t>
            </a:r>
            <a:endParaRPr kumimoji="1" lang="zh-CN" altLang="en-US" sz="14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E4AD650F-100B-E946-9F1E-422A07CB9215}"/>
                  </a:ext>
                </a:extLst>
              </p:cNvPr>
              <p:cNvSpPr/>
              <p:nvPr/>
            </p:nvSpPr>
            <p:spPr>
              <a:xfrm>
                <a:off x="9996398" y="2111357"/>
                <a:ext cx="1504136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E4AD650F-100B-E946-9F1E-422A07CB9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398" y="2111357"/>
                <a:ext cx="1504136" cy="5128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矩形 109">
            <a:extLst>
              <a:ext uri="{FF2B5EF4-FFF2-40B4-BE49-F238E27FC236}">
                <a16:creationId xmlns:a16="http://schemas.microsoft.com/office/drawing/2014/main" id="{6338E6EC-1B56-BD47-B795-6E6695D1C92F}"/>
              </a:ext>
            </a:extLst>
          </p:cNvPr>
          <p:cNvSpPr/>
          <p:nvPr/>
        </p:nvSpPr>
        <p:spPr>
          <a:xfrm>
            <a:off x="5113052" y="4132789"/>
            <a:ext cx="2775473" cy="18935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83415BD1-B380-CC4C-9D64-E09276C9E77E}"/>
              </a:ext>
            </a:extLst>
          </p:cNvPr>
          <p:cNvSpPr/>
          <p:nvPr/>
        </p:nvSpPr>
        <p:spPr>
          <a:xfrm>
            <a:off x="5648240" y="4222822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174D9E7-1E2C-A043-9A0B-022BDC1CF7DB}"/>
              </a:ext>
            </a:extLst>
          </p:cNvPr>
          <p:cNvSpPr/>
          <p:nvPr/>
        </p:nvSpPr>
        <p:spPr>
          <a:xfrm>
            <a:off x="6256721" y="462928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37DB60E1-686D-4848-8DF9-96825D0C94DF}"/>
              </a:ext>
            </a:extLst>
          </p:cNvPr>
          <p:cNvSpPr/>
          <p:nvPr/>
        </p:nvSpPr>
        <p:spPr>
          <a:xfrm>
            <a:off x="5820363" y="488172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A6BB3EE6-37E6-1540-BAEF-995D200C1D1E}"/>
              </a:ext>
            </a:extLst>
          </p:cNvPr>
          <p:cNvSpPr/>
          <p:nvPr/>
        </p:nvSpPr>
        <p:spPr>
          <a:xfrm>
            <a:off x="6536420" y="450056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1DB7DF1C-E8E1-F94C-AB99-BE6CB785CBFE}"/>
              </a:ext>
            </a:extLst>
          </p:cNvPr>
          <p:cNvSpPr/>
          <p:nvPr/>
        </p:nvSpPr>
        <p:spPr>
          <a:xfrm>
            <a:off x="6257617" y="4946273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47492F36-449A-8A48-BA1C-108C12270F2D}"/>
              </a:ext>
            </a:extLst>
          </p:cNvPr>
          <p:cNvSpPr/>
          <p:nvPr/>
        </p:nvSpPr>
        <p:spPr>
          <a:xfrm>
            <a:off x="6575864" y="5086854"/>
            <a:ext cx="172123" cy="183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864052A8-8B49-B342-98E2-A453636E203E}"/>
              </a:ext>
            </a:extLst>
          </p:cNvPr>
          <p:cNvSpPr/>
          <p:nvPr/>
        </p:nvSpPr>
        <p:spPr>
          <a:xfrm>
            <a:off x="7599634" y="426389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3E8ECDB9-B817-9C42-9EAE-F728BE80ECCC}"/>
              </a:ext>
            </a:extLst>
          </p:cNvPr>
          <p:cNvSpPr/>
          <p:nvPr/>
        </p:nvSpPr>
        <p:spPr>
          <a:xfrm>
            <a:off x="6882906" y="5616505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EC1A8193-9AB1-5D47-9E48-24F4D4181DC2}"/>
              </a:ext>
            </a:extLst>
          </p:cNvPr>
          <p:cNvSpPr/>
          <p:nvPr/>
        </p:nvSpPr>
        <p:spPr>
          <a:xfrm>
            <a:off x="7606133" y="535396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ACF27DE1-7201-124D-9BC2-3F17499295DD}"/>
              </a:ext>
            </a:extLst>
          </p:cNvPr>
          <p:cNvSpPr/>
          <p:nvPr/>
        </p:nvSpPr>
        <p:spPr>
          <a:xfrm>
            <a:off x="6846597" y="453784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60265D27-2907-0349-97D2-CB23CAC45980}"/>
              </a:ext>
            </a:extLst>
          </p:cNvPr>
          <p:cNvSpPr/>
          <p:nvPr/>
        </p:nvSpPr>
        <p:spPr>
          <a:xfrm>
            <a:off x="5240349" y="417245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乘 122">
            <a:extLst>
              <a:ext uri="{FF2B5EF4-FFF2-40B4-BE49-F238E27FC236}">
                <a16:creationId xmlns:a16="http://schemas.microsoft.com/office/drawing/2014/main" id="{DBCE8ED0-A7A6-B541-B496-5771F5B859A3}"/>
              </a:ext>
            </a:extLst>
          </p:cNvPr>
          <p:cNvSpPr/>
          <p:nvPr/>
        </p:nvSpPr>
        <p:spPr>
          <a:xfrm>
            <a:off x="6732299" y="4752073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乘 123">
            <a:extLst>
              <a:ext uri="{FF2B5EF4-FFF2-40B4-BE49-F238E27FC236}">
                <a16:creationId xmlns:a16="http://schemas.microsoft.com/office/drawing/2014/main" id="{7C43480D-D875-DD45-9BD4-51F31FA6036C}"/>
              </a:ext>
            </a:extLst>
          </p:cNvPr>
          <p:cNvSpPr/>
          <p:nvPr/>
        </p:nvSpPr>
        <p:spPr>
          <a:xfrm>
            <a:off x="5451125" y="5589049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71D99E3F-135C-9340-8EDA-68047731EDCF}"/>
              </a:ext>
            </a:extLst>
          </p:cNvPr>
          <p:cNvCxnSpPr>
            <a:cxnSpLocks/>
          </p:cNvCxnSpPr>
          <p:nvPr/>
        </p:nvCxnSpPr>
        <p:spPr>
          <a:xfrm>
            <a:off x="7900616" y="5116167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F0CBC2D9-1E62-AC46-9690-86A36EDC31AF}"/>
              </a:ext>
            </a:extLst>
          </p:cNvPr>
          <p:cNvCxnSpPr>
            <a:cxnSpLocks/>
          </p:cNvCxnSpPr>
          <p:nvPr/>
        </p:nvCxnSpPr>
        <p:spPr>
          <a:xfrm>
            <a:off x="4639297" y="5129153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0F516246-3F56-2348-89A6-4146E212FB5A}"/>
              </a:ext>
            </a:extLst>
          </p:cNvPr>
          <p:cNvSpPr/>
          <p:nvPr/>
        </p:nvSpPr>
        <p:spPr>
          <a:xfrm>
            <a:off x="9996397" y="4112555"/>
            <a:ext cx="1658799" cy="184640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8678854-7101-A648-89CF-A221C12037E4}"/>
              </a:ext>
            </a:extLst>
          </p:cNvPr>
          <p:cNvSpPr txBox="1"/>
          <p:nvPr/>
        </p:nvSpPr>
        <p:spPr>
          <a:xfrm>
            <a:off x="10173955" y="412435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1</a:t>
            </a:r>
            <a:endParaRPr kumimoji="1" lang="zh-CN" altLang="en-US" sz="1400" b="1" i="1" dirty="0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28FE36D8-1285-994C-AAD2-6756003A9D2C}"/>
              </a:ext>
            </a:extLst>
          </p:cNvPr>
          <p:cNvSpPr/>
          <p:nvPr/>
        </p:nvSpPr>
        <p:spPr>
          <a:xfrm>
            <a:off x="10052301" y="4201445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DE0D0C2C-F393-4545-9061-5B5E4517F87E}"/>
              </a:ext>
            </a:extLst>
          </p:cNvPr>
          <p:cNvSpPr/>
          <p:nvPr/>
        </p:nvSpPr>
        <p:spPr>
          <a:xfrm>
            <a:off x="10060880" y="4920370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AE442D4-E6C8-754E-BAB6-FDD0477BB047}"/>
              </a:ext>
            </a:extLst>
          </p:cNvPr>
          <p:cNvSpPr txBox="1"/>
          <p:nvPr/>
        </p:nvSpPr>
        <p:spPr>
          <a:xfrm>
            <a:off x="10188030" y="447263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2</a:t>
            </a:r>
            <a:endParaRPr kumimoji="1" lang="zh-CN" altLang="en-US" sz="1400" b="1" i="1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6A6F709-BEE1-1A4F-AA24-ED3D76C50806}"/>
              </a:ext>
            </a:extLst>
          </p:cNvPr>
          <p:cNvSpPr txBox="1"/>
          <p:nvPr/>
        </p:nvSpPr>
        <p:spPr>
          <a:xfrm>
            <a:off x="10198149" y="4844721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3</a:t>
            </a:r>
            <a:endParaRPr kumimoji="1" lang="zh-CN" altLang="en-US" sz="1400" b="1" i="1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E309BA1-D7AA-BD4F-8AE8-7414E8EC92A4}"/>
              </a:ext>
            </a:extLst>
          </p:cNvPr>
          <p:cNvSpPr txBox="1"/>
          <p:nvPr/>
        </p:nvSpPr>
        <p:spPr>
          <a:xfrm>
            <a:off x="10200632" y="5245995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4</a:t>
            </a:r>
            <a:endParaRPr kumimoji="1" lang="zh-CN" altLang="en-US" sz="1400" b="1" i="1" dirty="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63EBE05B-B841-BD48-B325-05C75E3A5983}"/>
              </a:ext>
            </a:extLst>
          </p:cNvPr>
          <p:cNvSpPr txBox="1"/>
          <p:nvPr/>
        </p:nvSpPr>
        <p:spPr>
          <a:xfrm>
            <a:off x="10204964" y="5611107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5</a:t>
            </a:r>
            <a:endParaRPr kumimoji="1" lang="zh-CN" altLang="en-US" sz="1400" b="1" i="1" dirty="0"/>
          </a:p>
        </p:txBody>
      </p:sp>
      <p:sp>
        <p:nvSpPr>
          <p:cNvPr id="143" name="圆角矩形 142">
            <a:extLst>
              <a:ext uri="{FF2B5EF4-FFF2-40B4-BE49-F238E27FC236}">
                <a16:creationId xmlns:a16="http://schemas.microsoft.com/office/drawing/2014/main" id="{8C47AA5C-A0C2-D549-9C6D-4AC16898AC0A}"/>
              </a:ext>
            </a:extLst>
          </p:cNvPr>
          <p:cNvSpPr/>
          <p:nvPr/>
        </p:nvSpPr>
        <p:spPr>
          <a:xfrm>
            <a:off x="5174746" y="4403851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002836BB-B564-9D4F-8A5D-37516C72A18B}"/>
              </a:ext>
            </a:extLst>
          </p:cNvPr>
          <p:cNvSpPr/>
          <p:nvPr/>
        </p:nvSpPr>
        <p:spPr>
          <a:xfrm>
            <a:off x="1836452" y="4145489"/>
            <a:ext cx="2775473" cy="18935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D1946AB2-586E-104C-866E-E8749FE186D0}"/>
              </a:ext>
            </a:extLst>
          </p:cNvPr>
          <p:cNvSpPr/>
          <p:nvPr/>
        </p:nvSpPr>
        <p:spPr>
          <a:xfrm>
            <a:off x="2371640" y="4235522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7944E265-0426-264D-8918-45BBD8C5FEDE}"/>
              </a:ext>
            </a:extLst>
          </p:cNvPr>
          <p:cNvSpPr/>
          <p:nvPr/>
        </p:nvSpPr>
        <p:spPr>
          <a:xfrm>
            <a:off x="2980121" y="464198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2EEC52D0-6788-484A-A085-D9AEDA0F917A}"/>
              </a:ext>
            </a:extLst>
          </p:cNvPr>
          <p:cNvSpPr/>
          <p:nvPr/>
        </p:nvSpPr>
        <p:spPr>
          <a:xfrm>
            <a:off x="2543763" y="489442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B15DCDC4-113A-9547-82B2-3E40C520CD17}"/>
              </a:ext>
            </a:extLst>
          </p:cNvPr>
          <p:cNvSpPr/>
          <p:nvPr/>
        </p:nvSpPr>
        <p:spPr>
          <a:xfrm>
            <a:off x="3259820" y="451326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A27C3C21-0A1E-B94F-8D86-5B12245C55C8}"/>
              </a:ext>
            </a:extLst>
          </p:cNvPr>
          <p:cNvSpPr/>
          <p:nvPr/>
        </p:nvSpPr>
        <p:spPr>
          <a:xfrm>
            <a:off x="2981017" y="4958973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43594C13-2C83-044F-824F-A567706D8A66}"/>
              </a:ext>
            </a:extLst>
          </p:cNvPr>
          <p:cNvSpPr/>
          <p:nvPr/>
        </p:nvSpPr>
        <p:spPr>
          <a:xfrm>
            <a:off x="3299264" y="5099554"/>
            <a:ext cx="172123" cy="183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B8F2DD80-C6B4-0E42-8CCC-12F72C8F8B82}"/>
              </a:ext>
            </a:extLst>
          </p:cNvPr>
          <p:cNvSpPr/>
          <p:nvPr/>
        </p:nvSpPr>
        <p:spPr>
          <a:xfrm>
            <a:off x="4323034" y="427659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08E7B236-4F80-DA49-BA59-C2748DC0CE92}"/>
              </a:ext>
            </a:extLst>
          </p:cNvPr>
          <p:cNvSpPr/>
          <p:nvPr/>
        </p:nvSpPr>
        <p:spPr>
          <a:xfrm>
            <a:off x="3606306" y="5629205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EE37514B-0750-534E-A12A-C10D7F01E859}"/>
              </a:ext>
            </a:extLst>
          </p:cNvPr>
          <p:cNvSpPr/>
          <p:nvPr/>
        </p:nvSpPr>
        <p:spPr>
          <a:xfrm>
            <a:off x="4329533" y="536666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5CEF6269-6CB9-8F43-A92F-D297D37CE909}"/>
              </a:ext>
            </a:extLst>
          </p:cNvPr>
          <p:cNvSpPr/>
          <p:nvPr/>
        </p:nvSpPr>
        <p:spPr>
          <a:xfrm>
            <a:off x="3569997" y="455054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497425A6-420B-7040-8E94-F380CC686F12}"/>
              </a:ext>
            </a:extLst>
          </p:cNvPr>
          <p:cNvSpPr/>
          <p:nvPr/>
        </p:nvSpPr>
        <p:spPr>
          <a:xfrm>
            <a:off x="1963749" y="418515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乘 158">
            <a:extLst>
              <a:ext uri="{FF2B5EF4-FFF2-40B4-BE49-F238E27FC236}">
                <a16:creationId xmlns:a16="http://schemas.microsoft.com/office/drawing/2014/main" id="{43D08F13-D16D-2045-8670-69C087EDF072}"/>
              </a:ext>
            </a:extLst>
          </p:cNvPr>
          <p:cNvSpPr/>
          <p:nvPr/>
        </p:nvSpPr>
        <p:spPr>
          <a:xfrm>
            <a:off x="2940224" y="5233461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0" name="乘 159">
            <a:extLst>
              <a:ext uri="{FF2B5EF4-FFF2-40B4-BE49-F238E27FC236}">
                <a16:creationId xmlns:a16="http://schemas.microsoft.com/office/drawing/2014/main" id="{64D524A1-1A0A-304F-ABDF-B7AF1233FAA2}"/>
              </a:ext>
            </a:extLst>
          </p:cNvPr>
          <p:cNvSpPr/>
          <p:nvPr/>
        </p:nvSpPr>
        <p:spPr>
          <a:xfrm>
            <a:off x="3455699" y="4764773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1" name="乘 160">
            <a:extLst>
              <a:ext uri="{FF2B5EF4-FFF2-40B4-BE49-F238E27FC236}">
                <a16:creationId xmlns:a16="http://schemas.microsoft.com/office/drawing/2014/main" id="{57D3CA3D-CE8E-FA48-9379-51F2DE9697DD}"/>
              </a:ext>
            </a:extLst>
          </p:cNvPr>
          <p:cNvSpPr/>
          <p:nvPr/>
        </p:nvSpPr>
        <p:spPr>
          <a:xfrm>
            <a:off x="2174525" y="5601749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乘 161">
            <a:extLst>
              <a:ext uri="{FF2B5EF4-FFF2-40B4-BE49-F238E27FC236}">
                <a16:creationId xmlns:a16="http://schemas.microsoft.com/office/drawing/2014/main" id="{13D0D919-C8FC-104D-B369-F132102D3F72}"/>
              </a:ext>
            </a:extLst>
          </p:cNvPr>
          <p:cNvSpPr/>
          <p:nvPr/>
        </p:nvSpPr>
        <p:spPr>
          <a:xfrm>
            <a:off x="1906895" y="4378792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圆角矩形 162">
            <a:extLst>
              <a:ext uri="{FF2B5EF4-FFF2-40B4-BE49-F238E27FC236}">
                <a16:creationId xmlns:a16="http://schemas.microsoft.com/office/drawing/2014/main" id="{9C41138B-E908-5C40-BE42-67B7F049F003}"/>
              </a:ext>
            </a:extLst>
          </p:cNvPr>
          <p:cNvSpPr/>
          <p:nvPr/>
        </p:nvSpPr>
        <p:spPr>
          <a:xfrm>
            <a:off x="1906895" y="4397025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6" name="圆角矩形 165">
            <a:extLst>
              <a:ext uri="{FF2B5EF4-FFF2-40B4-BE49-F238E27FC236}">
                <a16:creationId xmlns:a16="http://schemas.microsoft.com/office/drawing/2014/main" id="{8FB07ECC-3773-564F-8BC1-1EA5AB522E30}"/>
              </a:ext>
            </a:extLst>
          </p:cNvPr>
          <p:cNvSpPr/>
          <p:nvPr/>
        </p:nvSpPr>
        <p:spPr>
          <a:xfrm>
            <a:off x="2943279" y="5242156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圆角矩形 167">
            <a:extLst>
              <a:ext uri="{FF2B5EF4-FFF2-40B4-BE49-F238E27FC236}">
                <a16:creationId xmlns:a16="http://schemas.microsoft.com/office/drawing/2014/main" id="{C8258053-1B8F-6C48-8DA3-8F7713F061F2}"/>
              </a:ext>
            </a:extLst>
          </p:cNvPr>
          <p:cNvSpPr/>
          <p:nvPr/>
        </p:nvSpPr>
        <p:spPr>
          <a:xfrm>
            <a:off x="10039841" y="4519878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0B4F6EE5-99B4-1B42-8809-A61B5A3C492C}"/>
              </a:ext>
            </a:extLst>
          </p:cNvPr>
          <p:cNvSpPr/>
          <p:nvPr/>
        </p:nvSpPr>
        <p:spPr>
          <a:xfrm>
            <a:off x="5185506" y="442182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B2EAA775-2EBD-1849-BB80-2D0A773ED223}"/>
              </a:ext>
            </a:extLst>
          </p:cNvPr>
          <p:cNvSpPr/>
          <p:nvPr/>
        </p:nvSpPr>
        <p:spPr>
          <a:xfrm>
            <a:off x="10044460" y="4537735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6" name="乘 175">
            <a:extLst>
              <a:ext uri="{FF2B5EF4-FFF2-40B4-BE49-F238E27FC236}">
                <a16:creationId xmlns:a16="http://schemas.microsoft.com/office/drawing/2014/main" id="{3FB13338-B871-E54D-B20F-D6B9A9A82E40}"/>
              </a:ext>
            </a:extLst>
          </p:cNvPr>
          <p:cNvSpPr/>
          <p:nvPr/>
        </p:nvSpPr>
        <p:spPr>
          <a:xfrm>
            <a:off x="10056810" y="5268380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8" name="圆角矩形 177">
            <a:extLst>
              <a:ext uri="{FF2B5EF4-FFF2-40B4-BE49-F238E27FC236}">
                <a16:creationId xmlns:a16="http://schemas.microsoft.com/office/drawing/2014/main" id="{75663504-B923-EC49-9BF1-AEBB7215BA81}"/>
              </a:ext>
            </a:extLst>
          </p:cNvPr>
          <p:cNvSpPr/>
          <p:nvPr/>
        </p:nvSpPr>
        <p:spPr>
          <a:xfrm>
            <a:off x="6235261" y="5242156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27ABBCA2-677F-7947-9B24-EAAA681BAD3B}"/>
              </a:ext>
            </a:extLst>
          </p:cNvPr>
          <p:cNvSpPr/>
          <p:nvPr/>
        </p:nvSpPr>
        <p:spPr>
          <a:xfrm>
            <a:off x="6239210" y="527167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0" name="圆角矩形 179">
            <a:extLst>
              <a:ext uri="{FF2B5EF4-FFF2-40B4-BE49-F238E27FC236}">
                <a16:creationId xmlns:a16="http://schemas.microsoft.com/office/drawing/2014/main" id="{1004FA2F-78B4-FC46-8AE7-B37767A5E964}"/>
              </a:ext>
            </a:extLst>
          </p:cNvPr>
          <p:cNvSpPr/>
          <p:nvPr/>
        </p:nvSpPr>
        <p:spPr>
          <a:xfrm>
            <a:off x="10048737" y="5659400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1591242C-AAD6-B341-AD23-BDC9CA0AD55B}"/>
              </a:ext>
            </a:extLst>
          </p:cNvPr>
          <p:cNvSpPr/>
          <p:nvPr/>
        </p:nvSpPr>
        <p:spPr>
          <a:xfrm>
            <a:off x="10054327" y="5694510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2" name="直线连接符 201">
            <a:extLst>
              <a:ext uri="{FF2B5EF4-FFF2-40B4-BE49-F238E27FC236}">
                <a16:creationId xmlns:a16="http://schemas.microsoft.com/office/drawing/2014/main" id="{C18CE61F-CE41-384B-A86F-3609947CAC22}"/>
              </a:ext>
            </a:extLst>
          </p:cNvPr>
          <p:cNvCxnSpPr>
            <a:cxnSpLocks/>
          </p:cNvCxnSpPr>
          <p:nvPr/>
        </p:nvCxnSpPr>
        <p:spPr>
          <a:xfrm>
            <a:off x="6519238" y="2702329"/>
            <a:ext cx="0" cy="10642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E842799A-F9B8-9347-9971-9905BFA42159}"/>
              </a:ext>
            </a:extLst>
          </p:cNvPr>
          <p:cNvCxnSpPr/>
          <p:nvPr/>
        </p:nvCxnSpPr>
        <p:spPr>
          <a:xfrm>
            <a:off x="3146923" y="3741396"/>
            <a:ext cx="337345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32516909-8AE3-8940-8565-5770A656404B}"/>
              </a:ext>
            </a:extLst>
          </p:cNvPr>
          <p:cNvCxnSpPr>
            <a:cxnSpLocks/>
          </p:cNvCxnSpPr>
          <p:nvPr/>
        </p:nvCxnSpPr>
        <p:spPr>
          <a:xfrm>
            <a:off x="3157268" y="3727108"/>
            <a:ext cx="0" cy="4453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4" name="图片 213">
            <a:extLst>
              <a:ext uri="{FF2B5EF4-FFF2-40B4-BE49-F238E27FC236}">
                <a16:creationId xmlns:a16="http://schemas.microsoft.com/office/drawing/2014/main" id="{B43B0534-79FC-E24F-9E7B-4A6BD70DC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515" y="2927386"/>
            <a:ext cx="573028" cy="573028"/>
          </a:xfrm>
          <a:prstGeom prst="rect">
            <a:avLst/>
          </a:prstGeom>
        </p:spPr>
      </p:pic>
      <p:sp>
        <p:nvSpPr>
          <p:cNvPr id="215" name="六边形 214">
            <a:extLst>
              <a:ext uri="{FF2B5EF4-FFF2-40B4-BE49-F238E27FC236}">
                <a16:creationId xmlns:a16="http://schemas.microsoft.com/office/drawing/2014/main" id="{9AD9A3FE-335E-DD43-8F8F-C9309464EF30}"/>
              </a:ext>
            </a:extLst>
          </p:cNvPr>
          <p:cNvSpPr/>
          <p:nvPr/>
        </p:nvSpPr>
        <p:spPr>
          <a:xfrm>
            <a:off x="6605347" y="2831158"/>
            <a:ext cx="833127" cy="744028"/>
          </a:xfrm>
          <a:prstGeom prst="hexagon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E0C7437A-0A37-5B4E-A5D5-D740311DAD02}"/>
              </a:ext>
            </a:extLst>
          </p:cNvPr>
          <p:cNvSpPr/>
          <p:nvPr/>
        </p:nvSpPr>
        <p:spPr>
          <a:xfrm>
            <a:off x="4673229" y="2946762"/>
            <a:ext cx="1862061" cy="512819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Misclassified Outliers  Identification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412FD59-1174-1C49-8E03-D775F1E50511}"/>
              </a:ext>
            </a:extLst>
          </p:cNvPr>
          <p:cNvSpPr/>
          <p:nvPr/>
        </p:nvSpPr>
        <p:spPr>
          <a:xfrm>
            <a:off x="2216026" y="6059390"/>
            <a:ext cx="1862061" cy="5128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Cleaning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81932839-E3D9-884B-94E9-511BF13B259D}"/>
                  </a:ext>
                </a:extLst>
              </p:cNvPr>
              <p:cNvSpPr/>
              <p:nvPr/>
            </p:nvSpPr>
            <p:spPr>
              <a:xfrm>
                <a:off x="5605389" y="6051196"/>
                <a:ext cx="1862061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Cleaned Data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𝒄𝒍𝒆𝒂𝒏𝒆𝒅</m:t>
                          </m:r>
                        </m:sub>
                      </m:sSub>
                    </m:oMath>
                  </m:oMathPara>
                </a14:m>
                <a:endParaRPr kumimoji="1"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81932839-E3D9-884B-94E9-511BF13B25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389" y="6051196"/>
                <a:ext cx="1862061" cy="5128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17901C6E-42B2-544B-95ED-A129C7DB64D6}"/>
                  </a:ext>
                </a:extLst>
              </p:cNvPr>
              <p:cNvSpPr/>
              <p:nvPr/>
            </p:nvSpPr>
            <p:spPr>
              <a:xfrm>
                <a:off x="9996397" y="6045088"/>
                <a:ext cx="1733132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𝒄𝒍𝒆𝒂𝒏𝒆𝒅</m:t>
                        </m:r>
                      </m:sub>
                    </m:sSub>
                  </m:oMath>
                </a14:m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17901C6E-42B2-544B-95ED-A129C7DB6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397" y="6045088"/>
                <a:ext cx="1733132" cy="5128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6" name="直线连接符 285">
            <a:extLst>
              <a:ext uri="{FF2B5EF4-FFF2-40B4-BE49-F238E27FC236}">
                <a16:creationId xmlns:a16="http://schemas.microsoft.com/office/drawing/2014/main" id="{1229E7A9-18C6-1241-9F3E-05E7E9EC760B}"/>
              </a:ext>
            </a:extLst>
          </p:cNvPr>
          <p:cNvCxnSpPr>
            <a:cxnSpLocks/>
          </p:cNvCxnSpPr>
          <p:nvPr/>
        </p:nvCxnSpPr>
        <p:spPr>
          <a:xfrm flipH="1">
            <a:off x="8813377" y="553592"/>
            <a:ext cx="201540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线连接符 286">
            <a:extLst>
              <a:ext uri="{FF2B5EF4-FFF2-40B4-BE49-F238E27FC236}">
                <a16:creationId xmlns:a16="http://schemas.microsoft.com/office/drawing/2014/main" id="{08946315-DC43-3E4B-8333-37BD955F33E8}"/>
              </a:ext>
            </a:extLst>
          </p:cNvPr>
          <p:cNvCxnSpPr>
            <a:cxnSpLocks/>
          </p:cNvCxnSpPr>
          <p:nvPr/>
        </p:nvCxnSpPr>
        <p:spPr>
          <a:xfrm>
            <a:off x="9014917" y="553592"/>
            <a:ext cx="236065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直线连接符 287">
            <a:extLst>
              <a:ext uri="{FF2B5EF4-FFF2-40B4-BE49-F238E27FC236}">
                <a16:creationId xmlns:a16="http://schemas.microsoft.com/office/drawing/2014/main" id="{2F67814A-7A13-9E4C-8CDA-5C1A4DA256B3}"/>
              </a:ext>
            </a:extLst>
          </p:cNvPr>
          <p:cNvCxnSpPr>
            <a:cxnSpLocks/>
          </p:cNvCxnSpPr>
          <p:nvPr/>
        </p:nvCxnSpPr>
        <p:spPr>
          <a:xfrm flipH="1">
            <a:off x="8682663" y="937848"/>
            <a:ext cx="130714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直线连接符 288">
            <a:extLst>
              <a:ext uri="{FF2B5EF4-FFF2-40B4-BE49-F238E27FC236}">
                <a16:creationId xmlns:a16="http://schemas.microsoft.com/office/drawing/2014/main" id="{C0D13D44-B2C3-C349-A5BF-E32CFBB2731F}"/>
              </a:ext>
            </a:extLst>
          </p:cNvPr>
          <p:cNvCxnSpPr>
            <a:cxnSpLocks/>
          </p:cNvCxnSpPr>
          <p:nvPr/>
        </p:nvCxnSpPr>
        <p:spPr>
          <a:xfrm>
            <a:off x="8813377" y="937848"/>
            <a:ext cx="103292" cy="3221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直线连接符 289">
            <a:extLst>
              <a:ext uri="{FF2B5EF4-FFF2-40B4-BE49-F238E27FC236}">
                <a16:creationId xmlns:a16="http://schemas.microsoft.com/office/drawing/2014/main" id="{12138771-B939-7443-9BCA-EE067646F70C}"/>
              </a:ext>
            </a:extLst>
          </p:cNvPr>
          <p:cNvCxnSpPr>
            <a:cxnSpLocks/>
          </p:cNvCxnSpPr>
          <p:nvPr/>
        </p:nvCxnSpPr>
        <p:spPr>
          <a:xfrm flipH="1">
            <a:off x="9165400" y="937848"/>
            <a:ext cx="85582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椭圆 290">
            <a:extLst>
              <a:ext uri="{FF2B5EF4-FFF2-40B4-BE49-F238E27FC236}">
                <a16:creationId xmlns:a16="http://schemas.microsoft.com/office/drawing/2014/main" id="{4473D1A4-E598-C641-8C87-64CF34908F21}"/>
              </a:ext>
            </a:extLst>
          </p:cNvPr>
          <p:cNvSpPr/>
          <p:nvPr/>
        </p:nvSpPr>
        <p:spPr>
          <a:xfrm>
            <a:off x="8844871" y="1260011"/>
            <a:ext cx="143595" cy="130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2" name="直线连接符 291">
            <a:extLst>
              <a:ext uri="{FF2B5EF4-FFF2-40B4-BE49-F238E27FC236}">
                <a16:creationId xmlns:a16="http://schemas.microsoft.com/office/drawing/2014/main" id="{F552603A-A3B9-4848-B48D-FC48D7CEF67A}"/>
              </a:ext>
            </a:extLst>
          </p:cNvPr>
          <p:cNvCxnSpPr>
            <a:cxnSpLocks/>
          </p:cNvCxnSpPr>
          <p:nvPr/>
        </p:nvCxnSpPr>
        <p:spPr>
          <a:xfrm>
            <a:off x="9250982" y="937848"/>
            <a:ext cx="161367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3" name="椭圆 292">
            <a:extLst>
              <a:ext uri="{FF2B5EF4-FFF2-40B4-BE49-F238E27FC236}">
                <a16:creationId xmlns:a16="http://schemas.microsoft.com/office/drawing/2014/main" id="{24D3ABB9-8A04-9C48-80F4-9A7937A8CF4C}"/>
              </a:ext>
            </a:extLst>
          </p:cNvPr>
          <p:cNvSpPr/>
          <p:nvPr/>
        </p:nvSpPr>
        <p:spPr>
          <a:xfrm>
            <a:off x="8610865" y="1260010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6" name="椭圆 295">
            <a:extLst>
              <a:ext uri="{FF2B5EF4-FFF2-40B4-BE49-F238E27FC236}">
                <a16:creationId xmlns:a16="http://schemas.microsoft.com/office/drawing/2014/main" id="{E08DE584-FFF3-024D-B577-13049892D67F}"/>
              </a:ext>
            </a:extLst>
          </p:cNvPr>
          <p:cNvSpPr/>
          <p:nvPr/>
        </p:nvSpPr>
        <p:spPr>
          <a:xfrm>
            <a:off x="8741579" y="807349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76B3E951-CA01-4340-BF54-833FCC894D69}"/>
              </a:ext>
            </a:extLst>
          </p:cNvPr>
          <p:cNvSpPr/>
          <p:nvPr/>
        </p:nvSpPr>
        <p:spPr>
          <a:xfrm>
            <a:off x="9179184" y="807349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F7B0910D-6937-2449-9438-CEE9D8685E5B}"/>
              </a:ext>
            </a:extLst>
          </p:cNvPr>
          <p:cNvSpPr/>
          <p:nvPr/>
        </p:nvSpPr>
        <p:spPr>
          <a:xfrm>
            <a:off x="8943119" y="423093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9" name="直线连接符 298">
            <a:extLst>
              <a:ext uri="{FF2B5EF4-FFF2-40B4-BE49-F238E27FC236}">
                <a16:creationId xmlns:a16="http://schemas.microsoft.com/office/drawing/2014/main" id="{4365D7D8-E015-4F42-A0F3-E52E37066C57}"/>
              </a:ext>
            </a:extLst>
          </p:cNvPr>
          <p:cNvCxnSpPr>
            <a:cxnSpLocks/>
          </p:cNvCxnSpPr>
          <p:nvPr/>
        </p:nvCxnSpPr>
        <p:spPr>
          <a:xfrm flipH="1">
            <a:off x="8584421" y="1390509"/>
            <a:ext cx="98242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直线连接符 299">
            <a:extLst>
              <a:ext uri="{FF2B5EF4-FFF2-40B4-BE49-F238E27FC236}">
                <a16:creationId xmlns:a16="http://schemas.microsoft.com/office/drawing/2014/main" id="{F44E3271-76B5-3D45-86A4-7A72BD4CF4B9}"/>
              </a:ext>
            </a:extLst>
          </p:cNvPr>
          <p:cNvCxnSpPr>
            <a:cxnSpLocks/>
          </p:cNvCxnSpPr>
          <p:nvPr/>
        </p:nvCxnSpPr>
        <p:spPr>
          <a:xfrm>
            <a:off x="8682663" y="1390509"/>
            <a:ext cx="121039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1" name="椭圆 300">
            <a:extLst>
              <a:ext uri="{FF2B5EF4-FFF2-40B4-BE49-F238E27FC236}">
                <a16:creationId xmlns:a16="http://schemas.microsoft.com/office/drawing/2014/main" id="{96B22811-906C-8B4A-AFC5-AA6D0FCACADE}"/>
              </a:ext>
            </a:extLst>
          </p:cNvPr>
          <p:cNvSpPr/>
          <p:nvPr/>
        </p:nvSpPr>
        <p:spPr>
          <a:xfrm>
            <a:off x="8502999" y="1681246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3" name="直线连接符 302">
            <a:extLst>
              <a:ext uri="{FF2B5EF4-FFF2-40B4-BE49-F238E27FC236}">
                <a16:creationId xmlns:a16="http://schemas.microsoft.com/office/drawing/2014/main" id="{99C5385F-1086-8F45-83AB-FA50C45C6C34}"/>
              </a:ext>
            </a:extLst>
          </p:cNvPr>
          <p:cNvCxnSpPr>
            <a:cxnSpLocks/>
          </p:cNvCxnSpPr>
          <p:nvPr/>
        </p:nvCxnSpPr>
        <p:spPr>
          <a:xfrm flipH="1">
            <a:off x="8818292" y="4489055"/>
            <a:ext cx="201540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4" name="直线连接符 303">
            <a:extLst>
              <a:ext uri="{FF2B5EF4-FFF2-40B4-BE49-F238E27FC236}">
                <a16:creationId xmlns:a16="http://schemas.microsoft.com/office/drawing/2014/main" id="{248C91F3-77F8-3643-BAD5-B68888B48B1C}"/>
              </a:ext>
            </a:extLst>
          </p:cNvPr>
          <p:cNvCxnSpPr>
            <a:cxnSpLocks/>
          </p:cNvCxnSpPr>
          <p:nvPr/>
        </p:nvCxnSpPr>
        <p:spPr>
          <a:xfrm>
            <a:off x="9019832" y="4489055"/>
            <a:ext cx="236065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5" name="直线连接符 304">
            <a:extLst>
              <a:ext uri="{FF2B5EF4-FFF2-40B4-BE49-F238E27FC236}">
                <a16:creationId xmlns:a16="http://schemas.microsoft.com/office/drawing/2014/main" id="{7E832AE3-9569-2847-954A-ACE16BE8D0AD}"/>
              </a:ext>
            </a:extLst>
          </p:cNvPr>
          <p:cNvCxnSpPr>
            <a:cxnSpLocks/>
          </p:cNvCxnSpPr>
          <p:nvPr/>
        </p:nvCxnSpPr>
        <p:spPr>
          <a:xfrm flipH="1">
            <a:off x="8687578" y="4873311"/>
            <a:ext cx="130714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直线连接符 305">
            <a:extLst>
              <a:ext uri="{FF2B5EF4-FFF2-40B4-BE49-F238E27FC236}">
                <a16:creationId xmlns:a16="http://schemas.microsoft.com/office/drawing/2014/main" id="{413BA07C-0EA6-9D41-8F9B-4D4531C8AECC}"/>
              </a:ext>
            </a:extLst>
          </p:cNvPr>
          <p:cNvCxnSpPr>
            <a:cxnSpLocks/>
          </p:cNvCxnSpPr>
          <p:nvPr/>
        </p:nvCxnSpPr>
        <p:spPr>
          <a:xfrm>
            <a:off x="8818292" y="4873311"/>
            <a:ext cx="103292" cy="3221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" name="直线连接符 306">
            <a:extLst>
              <a:ext uri="{FF2B5EF4-FFF2-40B4-BE49-F238E27FC236}">
                <a16:creationId xmlns:a16="http://schemas.microsoft.com/office/drawing/2014/main" id="{D23F41D1-9892-A14B-8F7E-52EC5AA81CF0}"/>
              </a:ext>
            </a:extLst>
          </p:cNvPr>
          <p:cNvCxnSpPr>
            <a:cxnSpLocks/>
          </p:cNvCxnSpPr>
          <p:nvPr/>
        </p:nvCxnSpPr>
        <p:spPr>
          <a:xfrm flipH="1">
            <a:off x="9170315" y="4873311"/>
            <a:ext cx="85582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8" name="椭圆 307">
            <a:extLst>
              <a:ext uri="{FF2B5EF4-FFF2-40B4-BE49-F238E27FC236}">
                <a16:creationId xmlns:a16="http://schemas.microsoft.com/office/drawing/2014/main" id="{4FDA057E-1F4D-EC43-88BC-C4003931D056}"/>
              </a:ext>
            </a:extLst>
          </p:cNvPr>
          <p:cNvSpPr/>
          <p:nvPr/>
        </p:nvSpPr>
        <p:spPr>
          <a:xfrm>
            <a:off x="8849786" y="5195474"/>
            <a:ext cx="143595" cy="130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9" name="直线连接符 308">
            <a:extLst>
              <a:ext uri="{FF2B5EF4-FFF2-40B4-BE49-F238E27FC236}">
                <a16:creationId xmlns:a16="http://schemas.microsoft.com/office/drawing/2014/main" id="{E818906A-9A00-8F43-BADA-096FFC4D9973}"/>
              </a:ext>
            </a:extLst>
          </p:cNvPr>
          <p:cNvCxnSpPr>
            <a:cxnSpLocks/>
          </p:cNvCxnSpPr>
          <p:nvPr/>
        </p:nvCxnSpPr>
        <p:spPr>
          <a:xfrm>
            <a:off x="9255897" y="4873311"/>
            <a:ext cx="161367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椭圆 309">
            <a:extLst>
              <a:ext uri="{FF2B5EF4-FFF2-40B4-BE49-F238E27FC236}">
                <a16:creationId xmlns:a16="http://schemas.microsoft.com/office/drawing/2014/main" id="{A2FA0B46-425B-3649-A24C-B968CB2E96B6}"/>
              </a:ext>
            </a:extLst>
          </p:cNvPr>
          <p:cNvSpPr/>
          <p:nvPr/>
        </p:nvSpPr>
        <p:spPr>
          <a:xfrm>
            <a:off x="8615780" y="5195473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1" name="乘 310">
            <a:extLst>
              <a:ext uri="{FF2B5EF4-FFF2-40B4-BE49-F238E27FC236}">
                <a16:creationId xmlns:a16="http://schemas.microsoft.com/office/drawing/2014/main" id="{68CAA912-651F-544F-8AD8-CAEB6123410A}"/>
              </a:ext>
            </a:extLst>
          </p:cNvPr>
          <p:cNvSpPr/>
          <p:nvPr/>
        </p:nvSpPr>
        <p:spPr>
          <a:xfrm>
            <a:off x="9098517" y="5164234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2" name="椭圆 311">
            <a:extLst>
              <a:ext uri="{FF2B5EF4-FFF2-40B4-BE49-F238E27FC236}">
                <a16:creationId xmlns:a16="http://schemas.microsoft.com/office/drawing/2014/main" id="{48B6AEBD-FEBB-4047-901E-3FFBAB4286A6}"/>
              </a:ext>
            </a:extLst>
          </p:cNvPr>
          <p:cNvSpPr/>
          <p:nvPr/>
        </p:nvSpPr>
        <p:spPr>
          <a:xfrm>
            <a:off x="9345466" y="5195473"/>
            <a:ext cx="143595" cy="130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3" name="椭圆 312">
            <a:extLst>
              <a:ext uri="{FF2B5EF4-FFF2-40B4-BE49-F238E27FC236}">
                <a16:creationId xmlns:a16="http://schemas.microsoft.com/office/drawing/2014/main" id="{FDBE87BC-ACE1-BE4E-B359-D3E96D55FCD8}"/>
              </a:ext>
            </a:extLst>
          </p:cNvPr>
          <p:cNvSpPr/>
          <p:nvPr/>
        </p:nvSpPr>
        <p:spPr>
          <a:xfrm>
            <a:off x="8746494" y="4742812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4" name="椭圆 313">
            <a:extLst>
              <a:ext uri="{FF2B5EF4-FFF2-40B4-BE49-F238E27FC236}">
                <a16:creationId xmlns:a16="http://schemas.microsoft.com/office/drawing/2014/main" id="{29CC2235-4696-DB45-A504-898C3B3D3121}"/>
              </a:ext>
            </a:extLst>
          </p:cNvPr>
          <p:cNvSpPr/>
          <p:nvPr/>
        </p:nvSpPr>
        <p:spPr>
          <a:xfrm>
            <a:off x="9184099" y="4742812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E4416451-8672-864C-9BEA-7AFBEC46F48F}"/>
              </a:ext>
            </a:extLst>
          </p:cNvPr>
          <p:cNvSpPr/>
          <p:nvPr/>
        </p:nvSpPr>
        <p:spPr>
          <a:xfrm>
            <a:off x="8948034" y="4358556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6" name="直线连接符 315">
            <a:extLst>
              <a:ext uri="{FF2B5EF4-FFF2-40B4-BE49-F238E27FC236}">
                <a16:creationId xmlns:a16="http://schemas.microsoft.com/office/drawing/2014/main" id="{A456628B-CA51-824C-BBDA-311A18827718}"/>
              </a:ext>
            </a:extLst>
          </p:cNvPr>
          <p:cNvCxnSpPr>
            <a:cxnSpLocks/>
          </p:cNvCxnSpPr>
          <p:nvPr/>
        </p:nvCxnSpPr>
        <p:spPr>
          <a:xfrm flipH="1">
            <a:off x="8589336" y="5325972"/>
            <a:ext cx="98242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7" name="直线连接符 316">
            <a:extLst>
              <a:ext uri="{FF2B5EF4-FFF2-40B4-BE49-F238E27FC236}">
                <a16:creationId xmlns:a16="http://schemas.microsoft.com/office/drawing/2014/main" id="{DCE0AF25-1DFC-094A-A52F-C57204D97052}"/>
              </a:ext>
            </a:extLst>
          </p:cNvPr>
          <p:cNvCxnSpPr>
            <a:cxnSpLocks/>
          </p:cNvCxnSpPr>
          <p:nvPr/>
        </p:nvCxnSpPr>
        <p:spPr>
          <a:xfrm>
            <a:off x="8687578" y="5325972"/>
            <a:ext cx="121039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8" name="椭圆 317">
            <a:extLst>
              <a:ext uri="{FF2B5EF4-FFF2-40B4-BE49-F238E27FC236}">
                <a16:creationId xmlns:a16="http://schemas.microsoft.com/office/drawing/2014/main" id="{D7B34550-6419-F24A-9157-4F3EAEEFFFE4}"/>
              </a:ext>
            </a:extLst>
          </p:cNvPr>
          <p:cNvSpPr/>
          <p:nvPr/>
        </p:nvSpPr>
        <p:spPr>
          <a:xfrm>
            <a:off x="8507914" y="5616709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98B28224-C386-6A4F-A5F4-E8ED3546A194}"/>
              </a:ext>
            </a:extLst>
          </p:cNvPr>
          <p:cNvSpPr/>
          <p:nvPr/>
        </p:nvSpPr>
        <p:spPr>
          <a:xfrm>
            <a:off x="8747097" y="5616708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0" name="圆角矩形 319">
            <a:extLst>
              <a:ext uri="{FF2B5EF4-FFF2-40B4-BE49-F238E27FC236}">
                <a16:creationId xmlns:a16="http://schemas.microsoft.com/office/drawing/2014/main" id="{ECD1EC14-C021-F84A-AF85-0FE8C77256B9}"/>
              </a:ext>
            </a:extLst>
          </p:cNvPr>
          <p:cNvSpPr/>
          <p:nvPr/>
        </p:nvSpPr>
        <p:spPr>
          <a:xfrm flipH="1">
            <a:off x="8738202" y="5605102"/>
            <a:ext cx="181878" cy="1690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2" name="圆角矩形 321">
            <a:extLst>
              <a:ext uri="{FF2B5EF4-FFF2-40B4-BE49-F238E27FC236}">
                <a16:creationId xmlns:a16="http://schemas.microsoft.com/office/drawing/2014/main" id="{8EADCE17-4E0B-1441-A529-FC82E6B885A7}"/>
              </a:ext>
            </a:extLst>
          </p:cNvPr>
          <p:cNvSpPr/>
          <p:nvPr/>
        </p:nvSpPr>
        <p:spPr>
          <a:xfrm flipH="1">
            <a:off x="9327974" y="5171691"/>
            <a:ext cx="181878" cy="1690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3" name="乘 322">
            <a:extLst>
              <a:ext uri="{FF2B5EF4-FFF2-40B4-BE49-F238E27FC236}">
                <a16:creationId xmlns:a16="http://schemas.microsoft.com/office/drawing/2014/main" id="{C6A7A582-0A31-A947-A0AD-08CE64F287F6}"/>
              </a:ext>
            </a:extLst>
          </p:cNvPr>
          <p:cNvSpPr/>
          <p:nvPr/>
        </p:nvSpPr>
        <p:spPr>
          <a:xfrm>
            <a:off x="8742169" y="1662929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4" name="乘 323">
            <a:extLst>
              <a:ext uri="{FF2B5EF4-FFF2-40B4-BE49-F238E27FC236}">
                <a16:creationId xmlns:a16="http://schemas.microsoft.com/office/drawing/2014/main" id="{165B2393-74A6-EB48-97D5-29BC341C70BA}"/>
              </a:ext>
            </a:extLst>
          </p:cNvPr>
          <p:cNvSpPr/>
          <p:nvPr/>
        </p:nvSpPr>
        <p:spPr>
          <a:xfrm>
            <a:off x="9093124" y="1229249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5" name="乘 324">
            <a:extLst>
              <a:ext uri="{FF2B5EF4-FFF2-40B4-BE49-F238E27FC236}">
                <a16:creationId xmlns:a16="http://schemas.microsoft.com/office/drawing/2014/main" id="{A99AC38E-D514-A24C-983B-18314505B9E2}"/>
              </a:ext>
            </a:extLst>
          </p:cNvPr>
          <p:cNvSpPr/>
          <p:nvPr/>
        </p:nvSpPr>
        <p:spPr>
          <a:xfrm>
            <a:off x="9335273" y="1229074"/>
            <a:ext cx="150204" cy="168224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FBC4D8EE-8D68-3245-B919-3FDE99279499}"/>
              </a:ext>
            </a:extLst>
          </p:cNvPr>
          <p:cNvSpPr/>
          <p:nvPr/>
        </p:nvSpPr>
        <p:spPr>
          <a:xfrm>
            <a:off x="8407169" y="6039009"/>
            <a:ext cx="1352666" cy="5128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 Interpretation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4" name="直线箭头连接符 333">
            <a:extLst>
              <a:ext uri="{FF2B5EF4-FFF2-40B4-BE49-F238E27FC236}">
                <a16:creationId xmlns:a16="http://schemas.microsoft.com/office/drawing/2014/main" id="{7D6A6DF3-B259-D041-A979-D5616DE4C86B}"/>
              </a:ext>
            </a:extLst>
          </p:cNvPr>
          <p:cNvCxnSpPr>
            <a:cxnSpLocks/>
          </p:cNvCxnSpPr>
          <p:nvPr/>
        </p:nvCxnSpPr>
        <p:spPr>
          <a:xfrm>
            <a:off x="9633277" y="1267871"/>
            <a:ext cx="29962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6" name="直线箭头连接符 335">
            <a:extLst>
              <a:ext uri="{FF2B5EF4-FFF2-40B4-BE49-F238E27FC236}">
                <a16:creationId xmlns:a16="http://schemas.microsoft.com/office/drawing/2014/main" id="{AAA01857-503D-974D-BAC9-F7CD451FA784}"/>
              </a:ext>
            </a:extLst>
          </p:cNvPr>
          <p:cNvCxnSpPr>
            <a:cxnSpLocks/>
          </p:cNvCxnSpPr>
          <p:nvPr/>
        </p:nvCxnSpPr>
        <p:spPr>
          <a:xfrm>
            <a:off x="9654196" y="5139798"/>
            <a:ext cx="29962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7" name="文本框 336">
            <a:extLst>
              <a:ext uri="{FF2B5EF4-FFF2-40B4-BE49-F238E27FC236}">
                <a16:creationId xmlns:a16="http://schemas.microsoft.com/office/drawing/2014/main" id="{4EE0113A-BADE-0947-807A-24D2CE1A4E88}"/>
              </a:ext>
            </a:extLst>
          </p:cNvPr>
          <p:cNvSpPr txBox="1"/>
          <p:nvPr/>
        </p:nvSpPr>
        <p:spPr>
          <a:xfrm>
            <a:off x="8402325" y="5725157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R1</a:t>
            </a:r>
            <a:endParaRPr kumimoji="1" lang="zh-CN" altLang="en-US" sz="800" b="1" i="1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22386C1-6721-C04F-A3B9-B5554E07E786}"/>
              </a:ext>
            </a:extLst>
          </p:cNvPr>
          <p:cNvSpPr txBox="1"/>
          <p:nvPr/>
        </p:nvSpPr>
        <p:spPr>
          <a:xfrm>
            <a:off x="8726365" y="5734989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R2</a:t>
            </a:r>
            <a:endParaRPr kumimoji="1" lang="zh-CN" altLang="en-US" sz="800" b="1" i="1" dirty="0"/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0744B6E1-65A0-A84F-87C7-6356FBBF3DB1}"/>
              </a:ext>
            </a:extLst>
          </p:cNvPr>
          <p:cNvSpPr txBox="1"/>
          <p:nvPr/>
        </p:nvSpPr>
        <p:spPr>
          <a:xfrm>
            <a:off x="8753274" y="5307708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R3</a:t>
            </a:r>
            <a:endParaRPr kumimoji="1" lang="zh-CN" altLang="en-US" sz="800" b="1" i="1" dirty="0"/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091E92E4-D219-7345-B692-9DED23C17F76}"/>
              </a:ext>
            </a:extLst>
          </p:cNvPr>
          <p:cNvSpPr txBox="1"/>
          <p:nvPr/>
        </p:nvSpPr>
        <p:spPr>
          <a:xfrm>
            <a:off x="9010734" y="5305408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R4</a:t>
            </a:r>
            <a:endParaRPr kumimoji="1" lang="zh-CN" altLang="en-US" sz="800" b="1" i="1" dirty="0"/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96D4742C-3A40-7444-9A1D-82E8E0154BDC}"/>
              </a:ext>
            </a:extLst>
          </p:cNvPr>
          <p:cNvSpPr txBox="1"/>
          <p:nvPr/>
        </p:nvSpPr>
        <p:spPr>
          <a:xfrm>
            <a:off x="9321487" y="5319100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R5</a:t>
            </a:r>
            <a:endParaRPr kumimoji="1" lang="zh-CN" altLang="en-US" sz="800" b="1" i="1" dirty="0"/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DFF7700E-7CC1-9F4B-8360-F2CE5DAA48D9}"/>
              </a:ext>
            </a:extLst>
          </p:cNvPr>
          <p:cNvSpPr txBox="1"/>
          <p:nvPr/>
        </p:nvSpPr>
        <p:spPr>
          <a:xfrm>
            <a:off x="8377913" y="1794215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R1</a:t>
            </a:r>
            <a:endParaRPr kumimoji="1" lang="zh-CN" altLang="en-US" sz="800" b="1" i="1" dirty="0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612AF833-7315-A640-A028-4F09B31859B4}"/>
              </a:ext>
            </a:extLst>
          </p:cNvPr>
          <p:cNvSpPr txBox="1"/>
          <p:nvPr/>
        </p:nvSpPr>
        <p:spPr>
          <a:xfrm>
            <a:off x="8693347" y="1783435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R2</a:t>
            </a:r>
            <a:endParaRPr kumimoji="1" lang="zh-CN" altLang="en-US" sz="800" b="1" i="1" dirty="0"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6BC60F90-A46A-7A41-8BCC-562491104664}"/>
              </a:ext>
            </a:extLst>
          </p:cNvPr>
          <p:cNvSpPr txBox="1"/>
          <p:nvPr/>
        </p:nvSpPr>
        <p:spPr>
          <a:xfrm>
            <a:off x="8752947" y="1360954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R3</a:t>
            </a:r>
            <a:endParaRPr kumimoji="1" lang="zh-CN" altLang="en-US" sz="800" b="1" i="1" dirty="0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20CD055F-0895-0844-B3AE-C0D00C4437BE}"/>
              </a:ext>
            </a:extLst>
          </p:cNvPr>
          <p:cNvSpPr txBox="1"/>
          <p:nvPr/>
        </p:nvSpPr>
        <p:spPr>
          <a:xfrm>
            <a:off x="8988466" y="1349506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R4</a:t>
            </a:r>
            <a:endParaRPr kumimoji="1" lang="zh-CN" altLang="en-US" sz="800" b="1" i="1" dirty="0"/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7D93CB03-55D8-7C49-8FBE-71AA27AC1260}"/>
              </a:ext>
            </a:extLst>
          </p:cNvPr>
          <p:cNvSpPr txBox="1"/>
          <p:nvPr/>
        </p:nvSpPr>
        <p:spPr>
          <a:xfrm>
            <a:off x="9302275" y="1351631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R5</a:t>
            </a:r>
            <a:endParaRPr kumimoji="1" lang="zh-CN" altLang="en-US" sz="800" b="1" i="1" dirty="0"/>
          </a:p>
        </p:txBody>
      </p:sp>
    </p:spTree>
    <p:extLst>
      <p:ext uri="{BB962C8B-B14F-4D97-AF65-F5344CB8AC3E}">
        <p14:creationId xmlns:p14="http://schemas.microsoft.com/office/powerpoint/2010/main" val="78213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846391-3858-664F-84F5-62AFDE5FC1B2}"/>
              </a:ext>
            </a:extLst>
          </p:cNvPr>
          <p:cNvSpPr/>
          <p:nvPr/>
        </p:nvSpPr>
        <p:spPr>
          <a:xfrm>
            <a:off x="291144" y="3076964"/>
            <a:ext cx="2294943" cy="16544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三角形 4">
            <a:extLst>
              <a:ext uri="{FF2B5EF4-FFF2-40B4-BE49-F238E27FC236}">
                <a16:creationId xmlns:a16="http://schemas.microsoft.com/office/drawing/2014/main" id="{3071A295-AD36-1B4E-B4B4-6B6131AF0399}"/>
              </a:ext>
            </a:extLst>
          </p:cNvPr>
          <p:cNvSpPr/>
          <p:nvPr/>
        </p:nvSpPr>
        <p:spPr>
          <a:xfrm>
            <a:off x="826560" y="3154935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FAB5346-DA81-0545-8BF2-2E2639D06C48}"/>
              </a:ext>
            </a:extLst>
          </p:cNvPr>
          <p:cNvSpPr/>
          <p:nvPr/>
        </p:nvSpPr>
        <p:spPr>
          <a:xfrm>
            <a:off x="1435041" y="3420725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C23046D-7AA0-E349-B384-B8CD8032EFF3}"/>
              </a:ext>
            </a:extLst>
          </p:cNvPr>
          <p:cNvSpPr/>
          <p:nvPr/>
        </p:nvSpPr>
        <p:spPr>
          <a:xfrm>
            <a:off x="998683" y="367316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77529DA-FD45-C144-8C79-91CA47954171}"/>
              </a:ext>
            </a:extLst>
          </p:cNvPr>
          <p:cNvSpPr/>
          <p:nvPr/>
        </p:nvSpPr>
        <p:spPr>
          <a:xfrm>
            <a:off x="1714740" y="329199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E72A285-2259-1544-A075-D3472AC01B3C}"/>
              </a:ext>
            </a:extLst>
          </p:cNvPr>
          <p:cNvSpPr/>
          <p:nvPr/>
        </p:nvSpPr>
        <p:spPr>
          <a:xfrm>
            <a:off x="1435937" y="3737710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3DFEFC1-9E8F-9442-B973-15A5439CB897}"/>
              </a:ext>
            </a:extLst>
          </p:cNvPr>
          <p:cNvSpPr/>
          <p:nvPr/>
        </p:nvSpPr>
        <p:spPr>
          <a:xfrm>
            <a:off x="1878345" y="3581289"/>
            <a:ext cx="142323" cy="1601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6F58327-E0AD-1C4C-AF9A-C6C71692814F}"/>
              </a:ext>
            </a:extLst>
          </p:cNvPr>
          <p:cNvSpPr/>
          <p:nvPr/>
        </p:nvSpPr>
        <p:spPr>
          <a:xfrm>
            <a:off x="1395144" y="4054695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6731949-DA8B-324B-A5E8-E7754D718914}"/>
              </a:ext>
            </a:extLst>
          </p:cNvPr>
          <p:cNvSpPr/>
          <p:nvPr/>
        </p:nvSpPr>
        <p:spPr>
          <a:xfrm>
            <a:off x="1754184" y="3878291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75B7A0C3-5479-774D-BDA9-4DADE734FEA7}"/>
              </a:ext>
            </a:extLst>
          </p:cNvPr>
          <p:cNvSpPr/>
          <p:nvPr/>
        </p:nvSpPr>
        <p:spPr>
          <a:xfrm>
            <a:off x="570843" y="4407942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F3E8C47E-F9C4-274F-AFF3-0960B3EF9256}"/>
              </a:ext>
            </a:extLst>
          </p:cNvPr>
          <p:cNvSpPr/>
          <p:nvPr/>
        </p:nvSpPr>
        <p:spPr>
          <a:xfrm>
            <a:off x="2355926" y="3105571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EF6AF97F-AF4A-7249-BB4D-E8EA07C11D2F}"/>
              </a:ext>
            </a:extLst>
          </p:cNvPr>
          <p:cNvSpPr/>
          <p:nvPr/>
        </p:nvSpPr>
        <p:spPr>
          <a:xfrm>
            <a:off x="2061226" y="4407942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CB622C22-2142-434F-86AA-C0CBB350DA8E}"/>
              </a:ext>
            </a:extLst>
          </p:cNvPr>
          <p:cNvSpPr/>
          <p:nvPr/>
        </p:nvSpPr>
        <p:spPr>
          <a:xfrm>
            <a:off x="2362425" y="4195641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48EF9979-81D4-8D4A-AE48-0C88A122B6DC}"/>
              </a:ext>
            </a:extLst>
          </p:cNvPr>
          <p:cNvSpPr/>
          <p:nvPr/>
        </p:nvSpPr>
        <p:spPr>
          <a:xfrm>
            <a:off x="373282" y="336275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243790B-E077-9240-834A-4A1BA1F9A525}"/>
              </a:ext>
            </a:extLst>
          </p:cNvPr>
          <p:cNvSpPr/>
          <p:nvPr/>
        </p:nvSpPr>
        <p:spPr>
          <a:xfrm>
            <a:off x="2024917" y="3329285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A59FD13E-AEE6-F54B-A07E-2C95C9042562}"/>
              </a:ext>
            </a:extLst>
          </p:cNvPr>
          <p:cNvSpPr/>
          <p:nvPr/>
        </p:nvSpPr>
        <p:spPr>
          <a:xfrm>
            <a:off x="418669" y="3104567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D3B7F6BA-AFE8-A342-AA89-6A18CE434E60}"/>
              </a:ext>
            </a:extLst>
          </p:cNvPr>
          <p:cNvSpPr/>
          <p:nvPr/>
        </p:nvSpPr>
        <p:spPr>
          <a:xfrm>
            <a:off x="2651515" y="3687469"/>
            <a:ext cx="320314" cy="425843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6BBF62-AF66-9A46-8DCA-D773D5C9635B}"/>
              </a:ext>
            </a:extLst>
          </p:cNvPr>
          <p:cNvSpPr/>
          <p:nvPr/>
        </p:nvSpPr>
        <p:spPr>
          <a:xfrm>
            <a:off x="3046073" y="3068592"/>
            <a:ext cx="2294943" cy="16544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三角形 21">
            <a:extLst>
              <a:ext uri="{FF2B5EF4-FFF2-40B4-BE49-F238E27FC236}">
                <a16:creationId xmlns:a16="http://schemas.microsoft.com/office/drawing/2014/main" id="{05A19B3E-5CA3-B843-8D2B-F1192F5CCCC1}"/>
              </a:ext>
            </a:extLst>
          </p:cNvPr>
          <p:cNvSpPr/>
          <p:nvPr/>
        </p:nvSpPr>
        <p:spPr>
          <a:xfrm>
            <a:off x="3581489" y="3146563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1C83E3A-70FD-854A-BACD-F0FBA1254C85}"/>
              </a:ext>
            </a:extLst>
          </p:cNvPr>
          <p:cNvSpPr/>
          <p:nvPr/>
        </p:nvSpPr>
        <p:spPr>
          <a:xfrm>
            <a:off x="4189970" y="341235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683D9C7-F18C-0B40-9A12-A4F307A89579}"/>
              </a:ext>
            </a:extLst>
          </p:cNvPr>
          <p:cNvSpPr/>
          <p:nvPr/>
        </p:nvSpPr>
        <p:spPr>
          <a:xfrm>
            <a:off x="3753612" y="3664792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9B42D16-DA02-7F4E-8B23-8B2B3720AF5C}"/>
              </a:ext>
            </a:extLst>
          </p:cNvPr>
          <p:cNvSpPr/>
          <p:nvPr/>
        </p:nvSpPr>
        <p:spPr>
          <a:xfrm>
            <a:off x="4469669" y="3283627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84A129E-9EA8-8346-BE46-48DB253C4A7A}"/>
              </a:ext>
            </a:extLst>
          </p:cNvPr>
          <p:cNvSpPr/>
          <p:nvPr/>
        </p:nvSpPr>
        <p:spPr>
          <a:xfrm>
            <a:off x="4190866" y="3729338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乘 26">
            <a:extLst>
              <a:ext uri="{FF2B5EF4-FFF2-40B4-BE49-F238E27FC236}">
                <a16:creationId xmlns:a16="http://schemas.microsoft.com/office/drawing/2014/main" id="{8FA3F0C8-8CB5-624D-BEF4-25B45DCAFD85}"/>
              </a:ext>
            </a:extLst>
          </p:cNvPr>
          <p:cNvSpPr/>
          <p:nvPr/>
        </p:nvSpPr>
        <p:spPr>
          <a:xfrm>
            <a:off x="4633274" y="3572917"/>
            <a:ext cx="182881" cy="226912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乘 27">
            <a:extLst>
              <a:ext uri="{FF2B5EF4-FFF2-40B4-BE49-F238E27FC236}">
                <a16:creationId xmlns:a16="http://schemas.microsoft.com/office/drawing/2014/main" id="{270AE05B-935A-A44D-A6A2-79A3D03B4079}"/>
              </a:ext>
            </a:extLst>
          </p:cNvPr>
          <p:cNvSpPr/>
          <p:nvPr/>
        </p:nvSpPr>
        <p:spPr>
          <a:xfrm>
            <a:off x="4150073" y="4046323"/>
            <a:ext cx="155921" cy="190640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6D9FFE3-A61F-9545-BA2B-8BD37045D4A5}"/>
              </a:ext>
            </a:extLst>
          </p:cNvPr>
          <p:cNvSpPr/>
          <p:nvPr/>
        </p:nvSpPr>
        <p:spPr>
          <a:xfrm>
            <a:off x="4509113" y="386991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乘 29">
            <a:extLst>
              <a:ext uri="{FF2B5EF4-FFF2-40B4-BE49-F238E27FC236}">
                <a16:creationId xmlns:a16="http://schemas.microsoft.com/office/drawing/2014/main" id="{DE7952DE-EDE6-8A4A-9C04-6639CE314E90}"/>
              </a:ext>
            </a:extLst>
          </p:cNvPr>
          <p:cNvSpPr/>
          <p:nvPr/>
        </p:nvSpPr>
        <p:spPr>
          <a:xfrm>
            <a:off x="3325772" y="4399569"/>
            <a:ext cx="142323" cy="226911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8359EFD7-7BE8-524D-8421-317DD62419B5}"/>
              </a:ext>
            </a:extLst>
          </p:cNvPr>
          <p:cNvSpPr/>
          <p:nvPr/>
        </p:nvSpPr>
        <p:spPr>
          <a:xfrm>
            <a:off x="5110855" y="3097199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三角形 31">
            <a:extLst>
              <a:ext uri="{FF2B5EF4-FFF2-40B4-BE49-F238E27FC236}">
                <a16:creationId xmlns:a16="http://schemas.microsoft.com/office/drawing/2014/main" id="{4127E46F-87CF-584B-96EB-03907389D719}"/>
              </a:ext>
            </a:extLst>
          </p:cNvPr>
          <p:cNvSpPr/>
          <p:nvPr/>
        </p:nvSpPr>
        <p:spPr>
          <a:xfrm>
            <a:off x="4816155" y="439957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三角形 32">
            <a:extLst>
              <a:ext uri="{FF2B5EF4-FFF2-40B4-BE49-F238E27FC236}">
                <a16:creationId xmlns:a16="http://schemas.microsoft.com/office/drawing/2014/main" id="{0F1720CB-1E71-704C-8614-98BE1B65C6AD}"/>
              </a:ext>
            </a:extLst>
          </p:cNvPr>
          <p:cNvSpPr/>
          <p:nvPr/>
        </p:nvSpPr>
        <p:spPr>
          <a:xfrm>
            <a:off x="5117354" y="4187269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乘 33">
            <a:extLst>
              <a:ext uri="{FF2B5EF4-FFF2-40B4-BE49-F238E27FC236}">
                <a16:creationId xmlns:a16="http://schemas.microsoft.com/office/drawing/2014/main" id="{9D3D11BF-37E5-074E-B929-F231BC9AECE2}"/>
              </a:ext>
            </a:extLst>
          </p:cNvPr>
          <p:cNvSpPr/>
          <p:nvPr/>
        </p:nvSpPr>
        <p:spPr>
          <a:xfrm>
            <a:off x="3128212" y="3354377"/>
            <a:ext cx="152448" cy="226912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81AA1AF-2F6C-0E4A-ACC7-1905D5457EC9}"/>
              </a:ext>
            </a:extLst>
          </p:cNvPr>
          <p:cNvSpPr/>
          <p:nvPr/>
        </p:nvSpPr>
        <p:spPr>
          <a:xfrm>
            <a:off x="4779846" y="332091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三角形 35">
            <a:extLst>
              <a:ext uri="{FF2B5EF4-FFF2-40B4-BE49-F238E27FC236}">
                <a16:creationId xmlns:a16="http://schemas.microsoft.com/office/drawing/2014/main" id="{81D19C4B-8134-E54F-95C8-4ADB920BE898}"/>
              </a:ext>
            </a:extLst>
          </p:cNvPr>
          <p:cNvSpPr/>
          <p:nvPr/>
        </p:nvSpPr>
        <p:spPr>
          <a:xfrm>
            <a:off x="3173598" y="3096195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右箭头 36">
            <a:extLst>
              <a:ext uri="{FF2B5EF4-FFF2-40B4-BE49-F238E27FC236}">
                <a16:creationId xmlns:a16="http://schemas.microsoft.com/office/drawing/2014/main" id="{C50D18F7-F2D5-654E-876A-A4C699EA93C3}"/>
              </a:ext>
            </a:extLst>
          </p:cNvPr>
          <p:cNvSpPr/>
          <p:nvPr/>
        </p:nvSpPr>
        <p:spPr>
          <a:xfrm>
            <a:off x="5423191" y="3689908"/>
            <a:ext cx="901239" cy="425843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DDBB41D-D218-154F-9733-7353D739123F}"/>
              </a:ext>
            </a:extLst>
          </p:cNvPr>
          <p:cNvSpPr/>
          <p:nvPr/>
        </p:nvSpPr>
        <p:spPr>
          <a:xfrm>
            <a:off x="6393848" y="3070267"/>
            <a:ext cx="2294943" cy="16544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三角形 38">
            <a:extLst>
              <a:ext uri="{FF2B5EF4-FFF2-40B4-BE49-F238E27FC236}">
                <a16:creationId xmlns:a16="http://schemas.microsoft.com/office/drawing/2014/main" id="{CF5B966B-9D8A-B748-BC81-06B25D56F4B4}"/>
              </a:ext>
            </a:extLst>
          </p:cNvPr>
          <p:cNvSpPr/>
          <p:nvPr/>
        </p:nvSpPr>
        <p:spPr>
          <a:xfrm>
            <a:off x="6929264" y="3148238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A67D9D2-6809-FB4F-9D0B-8DEF640B76E5}"/>
              </a:ext>
            </a:extLst>
          </p:cNvPr>
          <p:cNvSpPr/>
          <p:nvPr/>
        </p:nvSpPr>
        <p:spPr>
          <a:xfrm>
            <a:off x="7537745" y="3414028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9AA8A1D-D900-714C-A7F5-A2F5941546F5}"/>
              </a:ext>
            </a:extLst>
          </p:cNvPr>
          <p:cNvSpPr/>
          <p:nvPr/>
        </p:nvSpPr>
        <p:spPr>
          <a:xfrm>
            <a:off x="7101387" y="3666467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06A750F-2B28-BC4A-982C-A7B4F33EB4D5}"/>
              </a:ext>
            </a:extLst>
          </p:cNvPr>
          <p:cNvSpPr/>
          <p:nvPr/>
        </p:nvSpPr>
        <p:spPr>
          <a:xfrm>
            <a:off x="7817444" y="3285302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05C7B5DC-2AE8-0E47-A403-04D8DC752C1E}"/>
              </a:ext>
            </a:extLst>
          </p:cNvPr>
          <p:cNvSpPr/>
          <p:nvPr/>
        </p:nvSpPr>
        <p:spPr>
          <a:xfrm>
            <a:off x="7538641" y="373101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乘 43">
            <a:extLst>
              <a:ext uri="{FF2B5EF4-FFF2-40B4-BE49-F238E27FC236}">
                <a16:creationId xmlns:a16="http://schemas.microsoft.com/office/drawing/2014/main" id="{421E584B-5CD0-CE42-B42A-D84C3B358A71}"/>
              </a:ext>
            </a:extLst>
          </p:cNvPr>
          <p:cNvSpPr/>
          <p:nvPr/>
        </p:nvSpPr>
        <p:spPr>
          <a:xfrm>
            <a:off x="7981050" y="3574592"/>
            <a:ext cx="167834" cy="22523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乘 44">
            <a:extLst>
              <a:ext uri="{FF2B5EF4-FFF2-40B4-BE49-F238E27FC236}">
                <a16:creationId xmlns:a16="http://schemas.microsoft.com/office/drawing/2014/main" id="{D4837E86-55E2-8E41-9713-A61D255A3FE5}"/>
              </a:ext>
            </a:extLst>
          </p:cNvPr>
          <p:cNvSpPr/>
          <p:nvPr/>
        </p:nvSpPr>
        <p:spPr>
          <a:xfrm>
            <a:off x="7497848" y="4047998"/>
            <a:ext cx="155921" cy="190640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9C5062C7-E13D-B946-B428-E7965130FA1D}"/>
              </a:ext>
            </a:extLst>
          </p:cNvPr>
          <p:cNvSpPr/>
          <p:nvPr/>
        </p:nvSpPr>
        <p:spPr>
          <a:xfrm>
            <a:off x="7856888" y="387159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乘 46">
            <a:extLst>
              <a:ext uri="{FF2B5EF4-FFF2-40B4-BE49-F238E27FC236}">
                <a16:creationId xmlns:a16="http://schemas.microsoft.com/office/drawing/2014/main" id="{D4EE8460-F4E6-ED47-915C-CD87705BEEDE}"/>
              </a:ext>
            </a:extLst>
          </p:cNvPr>
          <p:cNvSpPr/>
          <p:nvPr/>
        </p:nvSpPr>
        <p:spPr>
          <a:xfrm>
            <a:off x="6673547" y="4401244"/>
            <a:ext cx="142323" cy="226911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三角形 47">
            <a:extLst>
              <a:ext uri="{FF2B5EF4-FFF2-40B4-BE49-F238E27FC236}">
                <a16:creationId xmlns:a16="http://schemas.microsoft.com/office/drawing/2014/main" id="{2B4972A6-14E2-1F46-A8AB-6713E303B4DB}"/>
              </a:ext>
            </a:extLst>
          </p:cNvPr>
          <p:cNvSpPr/>
          <p:nvPr/>
        </p:nvSpPr>
        <p:spPr>
          <a:xfrm>
            <a:off x="8458630" y="3098874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三角形 48">
            <a:extLst>
              <a:ext uri="{FF2B5EF4-FFF2-40B4-BE49-F238E27FC236}">
                <a16:creationId xmlns:a16="http://schemas.microsoft.com/office/drawing/2014/main" id="{AD9B3A16-E7BF-F64F-9625-F37A0AA1418C}"/>
              </a:ext>
            </a:extLst>
          </p:cNvPr>
          <p:cNvSpPr/>
          <p:nvPr/>
        </p:nvSpPr>
        <p:spPr>
          <a:xfrm>
            <a:off x="8163930" y="4401245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三角形 49">
            <a:extLst>
              <a:ext uri="{FF2B5EF4-FFF2-40B4-BE49-F238E27FC236}">
                <a16:creationId xmlns:a16="http://schemas.microsoft.com/office/drawing/2014/main" id="{1BB3E196-D664-004E-922A-CF699CED6B60}"/>
              </a:ext>
            </a:extLst>
          </p:cNvPr>
          <p:cNvSpPr/>
          <p:nvPr/>
        </p:nvSpPr>
        <p:spPr>
          <a:xfrm>
            <a:off x="8465129" y="4188944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乘 50">
            <a:extLst>
              <a:ext uri="{FF2B5EF4-FFF2-40B4-BE49-F238E27FC236}">
                <a16:creationId xmlns:a16="http://schemas.microsoft.com/office/drawing/2014/main" id="{151E74CA-9A9E-8144-9BAE-6EE026F47E03}"/>
              </a:ext>
            </a:extLst>
          </p:cNvPr>
          <p:cNvSpPr/>
          <p:nvPr/>
        </p:nvSpPr>
        <p:spPr>
          <a:xfrm>
            <a:off x="6475987" y="3356052"/>
            <a:ext cx="152448" cy="226912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8A862A32-D44A-884B-BF73-878EB072E98F}"/>
              </a:ext>
            </a:extLst>
          </p:cNvPr>
          <p:cNvSpPr/>
          <p:nvPr/>
        </p:nvSpPr>
        <p:spPr>
          <a:xfrm>
            <a:off x="8127621" y="3322588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三角形 52">
            <a:extLst>
              <a:ext uri="{FF2B5EF4-FFF2-40B4-BE49-F238E27FC236}">
                <a16:creationId xmlns:a16="http://schemas.microsoft.com/office/drawing/2014/main" id="{8EA5BC6D-A6A1-0D45-9AA7-877D10E05CCB}"/>
              </a:ext>
            </a:extLst>
          </p:cNvPr>
          <p:cNvSpPr/>
          <p:nvPr/>
        </p:nvSpPr>
        <p:spPr>
          <a:xfrm>
            <a:off x="6521373" y="309787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AABE58C-0FAB-6C46-A683-34228E36A629}"/>
              </a:ext>
            </a:extLst>
          </p:cNvPr>
          <p:cNvSpPr/>
          <p:nvPr/>
        </p:nvSpPr>
        <p:spPr>
          <a:xfrm>
            <a:off x="6465503" y="3373742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363A32-6FEB-124A-A804-E32FDE619F16}"/>
              </a:ext>
            </a:extLst>
          </p:cNvPr>
          <p:cNvSpPr/>
          <p:nvPr/>
        </p:nvSpPr>
        <p:spPr>
          <a:xfrm>
            <a:off x="6658095" y="4418858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05D3BA8-BE72-594F-8B11-AE77E90FCEA4}"/>
              </a:ext>
            </a:extLst>
          </p:cNvPr>
          <p:cNvSpPr/>
          <p:nvPr/>
        </p:nvSpPr>
        <p:spPr>
          <a:xfrm>
            <a:off x="7492199" y="4048746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63F27689-A78D-0D46-9521-60A33D5A1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029" y="3267142"/>
            <a:ext cx="390862" cy="390862"/>
          </a:xfrm>
          <a:prstGeom prst="rect">
            <a:avLst/>
          </a:prstGeom>
        </p:spPr>
      </p:pic>
      <p:sp>
        <p:nvSpPr>
          <p:cNvPr id="58" name="六边形 57">
            <a:extLst>
              <a:ext uri="{FF2B5EF4-FFF2-40B4-BE49-F238E27FC236}">
                <a16:creationId xmlns:a16="http://schemas.microsoft.com/office/drawing/2014/main" id="{4D6647B0-33E6-F94C-8DE5-FBFB3B51E16F}"/>
              </a:ext>
            </a:extLst>
          </p:cNvPr>
          <p:cNvSpPr/>
          <p:nvPr/>
        </p:nvSpPr>
        <p:spPr>
          <a:xfrm>
            <a:off x="5532341" y="3209663"/>
            <a:ext cx="568276" cy="498222"/>
          </a:xfrm>
          <a:prstGeom prst="hexagon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BEB3E18-30A2-B84B-AD6D-99BBC73D05C2}"/>
              </a:ext>
            </a:extLst>
          </p:cNvPr>
          <p:cNvSpPr/>
          <p:nvPr/>
        </p:nvSpPr>
        <p:spPr>
          <a:xfrm>
            <a:off x="5274544" y="4130936"/>
            <a:ext cx="1140463" cy="425843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Misclassified Identification</a:t>
            </a:r>
            <a:endParaRPr kumimoji="1"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5B78E38-CA78-5346-B8F3-4367BA7A773A}"/>
              </a:ext>
            </a:extLst>
          </p:cNvPr>
          <p:cNvSpPr/>
          <p:nvPr/>
        </p:nvSpPr>
        <p:spPr>
          <a:xfrm>
            <a:off x="7981432" y="3585422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CF7D152-D70E-FB43-9BCB-A8C368BAADB4}"/>
              </a:ext>
            </a:extLst>
          </p:cNvPr>
          <p:cNvSpPr/>
          <p:nvPr/>
        </p:nvSpPr>
        <p:spPr>
          <a:xfrm>
            <a:off x="9370470" y="3083772"/>
            <a:ext cx="2294943" cy="16544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三角形 61">
            <a:extLst>
              <a:ext uri="{FF2B5EF4-FFF2-40B4-BE49-F238E27FC236}">
                <a16:creationId xmlns:a16="http://schemas.microsoft.com/office/drawing/2014/main" id="{0B6579DC-C5E9-5845-A27E-E423F221D46E}"/>
              </a:ext>
            </a:extLst>
          </p:cNvPr>
          <p:cNvSpPr/>
          <p:nvPr/>
        </p:nvSpPr>
        <p:spPr>
          <a:xfrm>
            <a:off x="9905886" y="3161743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8AB19347-09C6-D44C-902B-ECB9FA2D5990}"/>
              </a:ext>
            </a:extLst>
          </p:cNvPr>
          <p:cNvSpPr/>
          <p:nvPr/>
        </p:nvSpPr>
        <p:spPr>
          <a:xfrm>
            <a:off x="10514367" y="342753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160CA5FE-5D6E-4B45-9BBB-66289E3E1380}"/>
              </a:ext>
            </a:extLst>
          </p:cNvPr>
          <p:cNvSpPr/>
          <p:nvPr/>
        </p:nvSpPr>
        <p:spPr>
          <a:xfrm>
            <a:off x="10078009" y="3679972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D1109E29-8059-694B-8DD4-62C11FB70B4A}"/>
              </a:ext>
            </a:extLst>
          </p:cNvPr>
          <p:cNvSpPr/>
          <p:nvPr/>
        </p:nvSpPr>
        <p:spPr>
          <a:xfrm>
            <a:off x="10794066" y="3298807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273F395A-3982-C94C-939B-C00D3EDADFCF}"/>
              </a:ext>
            </a:extLst>
          </p:cNvPr>
          <p:cNvSpPr/>
          <p:nvPr/>
        </p:nvSpPr>
        <p:spPr>
          <a:xfrm>
            <a:off x="10515263" y="3744518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乘 66">
            <a:extLst>
              <a:ext uri="{FF2B5EF4-FFF2-40B4-BE49-F238E27FC236}">
                <a16:creationId xmlns:a16="http://schemas.microsoft.com/office/drawing/2014/main" id="{553E9929-627D-3144-BE2F-F84A1A4E5EC2}"/>
              </a:ext>
            </a:extLst>
          </p:cNvPr>
          <p:cNvSpPr/>
          <p:nvPr/>
        </p:nvSpPr>
        <p:spPr>
          <a:xfrm>
            <a:off x="10957672" y="3588097"/>
            <a:ext cx="167834" cy="22523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乘 67">
            <a:extLst>
              <a:ext uri="{FF2B5EF4-FFF2-40B4-BE49-F238E27FC236}">
                <a16:creationId xmlns:a16="http://schemas.microsoft.com/office/drawing/2014/main" id="{AB23A09C-CE28-BD41-B3F5-624A688476F4}"/>
              </a:ext>
            </a:extLst>
          </p:cNvPr>
          <p:cNvSpPr/>
          <p:nvPr/>
        </p:nvSpPr>
        <p:spPr>
          <a:xfrm>
            <a:off x="10474470" y="4061503"/>
            <a:ext cx="155921" cy="190640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7FDCF8DB-B1E3-6D4E-82AD-911ED520C69F}"/>
              </a:ext>
            </a:extLst>
          </p:cNvPr>
          <p:cNvSpPr/>
          <p:nvPr/>
        </p:nvSpPr>
        <p:spPr>
          <a:xfrm>
            <a:off x="10833510" y="388509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乘 69">
            <a:extLst>
              <a:ext uri="{FF2B5EF4-FFF2-40B4-BE49-F238E27FC236}">
                <a16:creationId xmlns:a16="http://schemas.microsoft.com/office/drawing/2014/main" id="{6D70958C-218F-AE4F-959D-FBAF0CC789B3}"/>
              </a:ext>
            </a:extLst>
          </p:cNvPr>
          <p:cNvSpPr/>
          <p:nvPr/>
        </p:nvSpPr>
        <p:spPr>
          <a:xfrm>
            <a:off x="9650169" y="4414749"/>
            <a:ext cx="142323" cy="226911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三角形 70">
            <a:extLst>
              <a:ext uri="{FF2B5EF4-FFF2-40B4-BE49-F238E27FC236}">
                <a16:creationId xmlns:a16="http://schemas.microsoft.com/office/drawing/2014/main" id="{CE0098A7-02BD-2C4F-A010-650A7DBAC924}"/>
              </a:ext>
            </a:extLst>
          </p:cNvPr>
          <p:cNvSpPr/>
          <p:nvPr/>
        </p:nvSpPr>
        <p:spPr>
          <a:xfrm>
            <a:off x="11435252" y="3112379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三角形 71">
            <a:extLst>
              <a:ext uri="{FF2B5EF4-FFF2-40B4-BE49-F238E27FC236}">
                <a16:creationId xmlns:a16="http://schemas.microsoft.com/office/drawing/2014/main" id="{4837FBE7-E876-E444-A9DF-A15F828C4EC3}"/>
              </a:ext>
            </a:extLst>
          </p:cNvPr>
          <p:cNvSpPr/>
          <p:nvPr/>
        </p:nvSpPr>
        <p:spPr>
          <a:xfrm>
            <a:off x="11140552" y="441475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三角形 72">
            <a:extLst>
              <a:ext uri="{FF2B5EF4-FFF2-40B4-BE49-F238E27FC236}">
                <a16:creationId xmlns:a16="http://schemas.microsoft.com/office/drawing/2014/main" id="{82A188C7-C4E6-444D-9842-DED77CDA3550}"/>
              </a:ext>
            </a:extLst>
          </p:cNvPr>
          <p:cNvSpPr/>
          <p:nvPr/>
        </p:nvSpPr>
        <p:spPr>
          <a:xfrm>
            <a:off x="11441751" y="4202449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乘 73">
            <a:extLst>
              <a:ext uri="{FF2B5EF4-FFF2-40B4-BE49-F238E27FC236}">
                <a16:creationId xmlns:a16="http://schemas.microsoft.com/office/drawing/2014/main" id="{E8D87A93-AA20-7D44-B401-840623C9DFBD}"/>
              </a:ext>
            </a:extLst>
          </p:cNvPr>
          <p:cNvSpPr/>
          <p:nvPr/>
        </p:nvSpPr>
        <p:spPr>
          <a:xfrm>
            <a:off x="9452609" y="3369557"/>
            <a:ext cx="152448" cy="226912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8A01C6FA-CD62-7B4D-ADAA-C580FA8D2C12}"/>
              </a:ext>
            </a:extLst>
          </p:cNvPr>
          <p:cNvSpPr/>
          <p:nvPr/>
        </p:nvSpPr>
        <p:spPr>
          <a:xfrm>
            <a:off x="11104243" y="333609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三角形 75">
            <a:extLst>
              <a:ext uri="{FF2B5EF4-FFF2-40B4-BE49-F238E27FC236}">
                <a16:creationId xmlns:a16="http://schemas.microsoft.com/office/drawing/2014/main" id="{DA169873-E41E-6B4C-A941-B07821EEC29F}"/>
              </a:ext>
            </a:extLst>
          </p:cNvPr>
          <p:cNvSpPr/>
          <p:nvPr/>
        </p:nvSpPr>
        <p:spPr>
          <a:xfrm>
            <a:off x="9497995" y="3111375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17F8D1A-D9F8-2447-B54C-FFF87F4C37AC}"/>
              </a:ext>
            </a:extLst>
          </p:cNvPr>
          <p:cNvSpPr/>
          <p:nvPr/>
        </p:nvSpPr>
        <p:spPr>
          <a:xfrm>
            <a:off x="9442125" y="3387247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CFB7DF9-DDCC-5A48-8307-87CC229A0F0B}"/>
              </a:ext>
            </a:extLst>
          </p:cNvPr>
          <p:cNvSpPr/>
          <p:nvPr/>
        </p:nvSpPr>
        <p:spPr>
          <a:xfrm>
            <a:off x="9634717" y="4432363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CACBAEC-B94F-FF42-B50A-8E76EF5F55B1}"/>
              </a:ext>
            </a:extLst>
          </p:cNvPr>
          <p:cNvSpPr/>
          <p:nvPr/>
        </p:nvSpPr>
        <p:spPr>
          <a:xfrm>
            <a:off x="10468821" y="4062251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ADC4A3E-B923-C647-9E07-EAE0F67C7FBA}"/>
              </a:ext>
            </a:extLst>
          </p:cNvPr>
          <p:cNvSpPr/>
          <p:nvPr/>
        </p:nvSpPr>
        <p:spPr>
          <a:xfrm>
            <a:off x="10958054" y="3598927"/>
            <a:ext cx="167069" cy="18903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6DC3CF7-1645-DA4B-9532-C1AA16A885E7}"/>
              </a:ext>
            </a:extLst>
          </p:cNvPr>
          <p:cNvSpPr/>
          <p:nvPr/>
        </p:nvSpPr>
        <p:spPr>
          <a:xfrm>
            <a:off x="6478900" y="4973494"/>
            <a:ext cx="2294943" cy="165441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三角形 81">
            <a:extLst>
              <a:ext uri="{FF2B5EF4-FFF2-40B4-BE49-F238E27FC236}">
                <a16:creationId xmlns:a16="http://schemas.microsoft.com/office/drawing/2014/main" id="{9E54ABF3-0C84-0F42-82BB-E78AECF8EDA8}"/>
              </a:ext>
            </a:extLst>
          </p:cNvPr>
          <p:cNvSpPr/>
          <p:nvPr/>
        </p:nvSpPr>
        <p:spPr>
          <a:xfrm>
            <a:off x="7014316" y="5051465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1AE416F7-F198-334B-BE6F-4465FA106263}"/>
              </a:ext>
            </a:extLst>
          </p:cNvPr>
          <p:cNvSpPr/>
          <p:nvPr/>
        </p:nvSpPr>
        <p:spPr>
          <a:xfrm>
            <a:off x="7622797" y="5317255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AA862B55-C277-F249-B4A4-908326705652}"/>
              </a:ext>
            </a:extLst>
          </p:cNvPr>
          <p:cNvSpPr/>
          <p:nvPr/>
        </p:nvSpPr>
        <p:spPr>
          <a:xfrm>
            <a:off x="7186439" y="556969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95D77868-CE54-9E45-8AA5-BB52BDDC5EB2}"/>
              </a:ext>
            </a:extLst>
          </p:cNvPr>
          <p:cNvSpPr/>
          <p:nvPr/>
        </p:nvSpPr>
        <p:spPr>
          <a:xfrm>
            <a:off x="7902496" y="518852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96E19B7-6E65-8D44-A02E-DA2DE2BFF2A9}"/>
              </a:ext>
            </a:extLst>
          </p:cNvPr>
          <p:cNvSpPr/>
          <p:nvPr/>
        </p:nvSpPr>
        <p:spPr>
          <a:xfrm>
            <a:off x="7623693" y="5634240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乘 86">
            <a:extLst>
              <a:ext uri="{FF2B5EF4-FFF2-40B4-BE49-F238E27FC236}">
                <a16:creationId xmlns:a16="http://schemas.microsoft.com/office/drawing/2014/main" id="{53182982-9D54-2043-A3F0-495B7013B1D6}"/>
              </a:ext>
            </a:extLst>
          </p:cNvPr>
          <p:cNvSpPr/>
          <p:nvPr/>
        </p:nvSpPr>
        <p:spPr>
          <a:xfrm>
            <a:off x="8066102" y="5477819"/>
            <a:ext cx="167834" cy="22523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乘 87">
            <a:extLst>
              <a:ext uri="{FF2B5EF4-FFF2-40B4-BE49-F238E27FC236}">
                <a16:creationId xmlns:a16="http://schemas.microsoft.com/office/drawing/2014/main" id="{AEEF77DC-08B7-F046-93F8-348AB099F72E}"/>
              </a:ext>
            </a:extLst>
          </p:cNvPr>
          <p:cNvSpPr/>
          <p:nvPr/>
        </p:nvSpPr>
        <p:spPr>
          <a:xfrm>
            <a:off x="7582900" y="5951225"/>
            <a:ext cx="155921" cy="232402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ACF194C5-D0B8-864E-9CD0-D203F98DEDF3}"/>
              </a:ext>
            </a:extLst>
          </p:cNvPr>
          <p:cNvSpPr/>
          <p:nvPr/>
        </p:nvSpPr>
        <p:spPr>
          <a:xfrm>
            <a:off x="7941940" y="5774821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乘 89">
            <a:extLst>
              <a:ext uri="{FF2B5EF4-FFF2-40B4-BE49-F238E27FC236}">
                <a16:creationId xmlns:a16="http://schemas.microsoft.com/office/drawing/2014/main" id="{AF674E9B-A0CD-4942-BFC9-2042062265DB}"/>
              </a:ext>
            </a:extLst>
          </p:cNvPr>
          <p:cNvSpPr/>
          <p:nvPr/>
        </p:nvSpPr>
        <p:spPr>
          <a:xfrm>
            <a:off x="6758599" y="6304471"/>
            <a:ext cx="142323" cy="226911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三角形 90">
            <a:extLst>
              <a:ext uri="{FF2B5EF4-FFF2-40B4-BE49-F238E27FC236}">
                <a16:creationId xmlns:a16="http://schemas.microsoft.com/office/drawing/2014/main" id="{1BA9B11A-BB73-5A48-BD31-701B508A98CB}"/>
              </a:ext>
            </a:extLst>
          </p:cNvPr>
          <p:cNvSpPr/>
          <p:nvPr/>
        </p:nvSpPr>
        <p:spPr>
          <a:xfrm>
            <a:off x="8543682" y="5002101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三角形 91">
            <a:extLst>
              <a:ext uri="{FF2B5EF4-FFF2-40B4-BE49-F238E27FC236}">
                <a16:creationId xmlns:a16="http://schemas.microsoft.com/office/drawing/2014/main" id="{30E3DDC7-AC70-A14D-9E72-4197A1591322}"/>
              </a:ext>
            </a:extLst>
          </p:cNvPr>
          <p:cNvSpPr/>
          <p:nvPr/>
        </p:nvSpPr>
        <p:spPr>
          <a:xfrm>
            <a:off x="8248982" y="6304472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三角形 92">
            <a:extLst>
              <a:ext uri="{FF2B5EF4-FFF2-40B4-BE49-F238E27FC236}">
                <a16:creationId xmlns:a16="http://schemas.microsoft.com/office/drawing/2014/main" id="{3B428A51-D684-E240-A400-4A907F8022E4}"/>
              </a:ext>
            </a:extLst>
          </p:cNvPr>
          <p:cNvSpPr/>
          <p:nvPr/>
        </p:nvSpPr>
        <p:spPr>
          <a:xfrm>
            <a:off x="8550181" y="6092171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乘 93">
            <a:extLst>
              <a:ext uri="{FF2B5EF4-FFF2-40B4-BE49-F238E27FC236}">
                <a16:creationId xmlns:a16="http://schemas.microsoft.com/office/drawing/2014/main" id="{64667D3C-A0B3-F947-84FC-D6416D72BF80}"/>
              </a:ext>
            </a:extLst>
          </p:cNvPr>
          <p:cNvSpPr/>
          <p:nvPr/>
        </p:nvSpPr>
        <p:spPr>
          <a:xfrm>
            <a:off x="6561039" y="5259279"/>
            <a:ext cx="152448" cy="226912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E7408205-5BDA-BE47-8CD9-8D467B6E850A}"/>
              </a:ext>
            </a:extLst>
          </p:cNvPr>
          <p:cNvSpPr/>
          <p:nvPr/>
        </p:nvSpPr>
        <p:spPr>
          <a:xfrm>
            <a:off x="8212673" y="5225815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三角形 95">
            <a:extLst>
              <a:ext uri="{FF2B5EF4-FFF2-40B4-BE49-F238E27FC236}">
                <a16:creationId xmlns:a16="http://schemas.microsoft.com/office/drawing/2014/main" id="{FE0CFBB8-BEE3-AF4D-B5F7-E285515D636E}"/>
              </a:ext>
            </a:extLst>
          </p:cNvPr>
          <p:cNvSpPr/>
          <p:nvPr/>
        </p:nvSpPr>
        <p:spPr>
          <a:xfrm>
            <a:off x="6606425" y="5001097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264B1D9-2548-5A47-B6C2-C20D847FFC9F}"/>
              </a:ext>
            </a:extLst>
          </p:cNvPr>
          <p:cNvSpPr/>
          <p:nvPr/>
        </p:nvSpPr>
        <p:spPr>
          <a:xfrm>
            <a:off x="6524527" y="5253566"/>
            <a:ext cx="218620" cy="259038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EFD30084-CE56-B049-A913-6CEF0B153C38}"/>
              </a:ext>
            </a:extLst>
          </p:cNvPr>
          <p:cNvSpPr/>
          <p:nvPr/>
        </p:nvSpPr>
        <p:spPr>
          <a:xfrm>
            <a:off x="8046058" y="5444127"/>
            <a:ext cx="218620" cy="259038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B4F7B40-B360-DE45-822B-A262CB67E301}"/>
              </a:ext>
            </a:extLst>
          </p:cNvPr>
          <p:cNvSpPr/>
          <p:nvPr/>
        </p:nvSpPr>
        <p:spPr>
          <a:xfrm>
            <a:off x="7549870" y="5926140"/>
            <a:ext cx="218620" cy="259038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011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4343</TotalTime>
  <Words>64</Words>
  <Application>Microsoft Macintosh PowerPoint</Application>
  <PresentationFormat>宽屏</PresentationFormat>
  <Paragraphs>36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57</cp:revision>
  <dcterms:created xsi:type="dcterms:W3CDTF">2025-03-09T12:33:24Z</dcterms:created>
  <dcterms:modified xsi:type="dcterms:W3CDTF">2025-03-17T13:33:12Z</dcterms:modified>
</cp:coreProperties>
</file>