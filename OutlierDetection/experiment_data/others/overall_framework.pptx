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2"/>
    <p:restoredTop sz="94628"/>
  </p:normalViewPr>
  <p:slideViewPr>
    <p:cSldViewPr snapToGrid="0" snapToObjects="1">
      <p:cViewPr>
        <p:scale>
          <a:sx n="120" d="100"/>
          <a:sy n="120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0AE1A-1406-744E-88F2-B753B3A1063A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D40EC-3371-E148-8D00-698E24070F6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95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D40EC-3371-E148-8D00-698E24070F6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6108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62580-D450-9C4D-8FE8-4FB0A0C84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0D8298-50BE-FC49-9065-E21C6A4BB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03B04-02D2-7C49-AF7B-216EC120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80CCBC-3EE0-434F-A588-E862AEFB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1E2C2F-5103-5145-B801-63E398EB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66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A463-3FDE-EE49-B224-F100AE51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8A7501-8E59-7243-A7DD-0003CEBF7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2AC72-2AA8-1D40-B935-BAD230AC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2D8F7-F080-1B4C-8A21-FBECAA8D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CC1BA-5C98-CB45-8327-764E237B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67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873A5-37BE-644E-99AF-612458B0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686E68-A38A-0B46-A7DA-C9ABA62C1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05370-7BD8-C04F-AE7E-A5E4A542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B8A9D-C9B6-0847-B39B-483A8BE6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6ABEE-142D-3140-BC20-422D52E5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02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23CD6-6298-1545-A251-D672A9C9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C6F47-ECA5-E840-B823-7AF7D5EF7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0FD1E2-6B87-064C-9DF0-2814EA965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3168A2-CED9-314C-8199-5D7B91EC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5F5CF-DA84-FC40-B2D1-F437D188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2A9AFF-B845-984E-BF2A-62DBDFE6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30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895EB-5E61-C64E-A954-0599BB8A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162199-78A5-DE48-807D-BDF1C828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69C8D-7125-0F49-B9B4-DD2374A7D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1B9215-C675-5846-AA70-7B61CE90F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F006F5-BE4F-2449-8A86-233DFF138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0CB4C6-E876-DA4E-96EF-AC273DAA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BCEF7-F542-944C-B973-598AF240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DA1A97-7016-884D-9EC5-B98D6019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668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5191-869A-724F-8584-4C3DBB46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7FAD46-9CF8-9A4B-9B18-75AD9A6B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6694D1-F283-C54D-B649-81C398DC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AC8632-6DB9-014F-9337-BA172217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98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E32056-6C91-724A-87E7-F94CDE93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AE0B26-A603-B747-85A9-4380BC7B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ECA43-567C-9B46-B904-E47211F0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82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8FD4D-D6FE-6E48-A887-7FEA0517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86202-20F3-5749-A910-2D545F389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FDDB2-6598-EB43-A663-6D9543F5E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9E13E9-61F6-894C-9F7A-CF497BD3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08C339-9791-5045-BCB6-AD5DB8FF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7DD0E6-661C-064A-B09A-21BC145E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80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A5700-E245-674F-8344-6A770158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F490B7-0C6A-9442-A809-89D50497D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BA1548-B147-1746-9B5C-E04FFB410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CD4F2C-6938-F340-A58C-8DE1C0F2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AFCAF8-6C58-9A40-AC26-55D15C73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BEABEC-5650-0042-B168-DEFE0024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2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849D5-9F9E-FF4A-A27B-1AC43C88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136FDB-E0B1-2B48-9090-165827766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12D05-B8AF-9D4D-BE13-AC5C4E08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F0214-F6BD-334E-9852-E6E31E1A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08DC7-1D28-DC45-8F05-3EB08213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1CB4AE-0896-754E-B74F-F047148DA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627CC5-7049-5E40-82E3-D54F06F1B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0A2F88-FAFD-5D4B-95D5-E9F857D1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BE024-127F-CA46-8A58-D754F3F7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DECC1-CB36-5248-B39E-8692D841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933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72123B-878C-5B42-96DA-475FA249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7C9F7-9C4A-C34C-B4D6-468BC12EC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AD4DE-EB4E-B442-B564-6B18DBE9D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75DA4-D961-A44D-A1C2-E64DB1E9E876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A37D2-E1C8-2244-A1FC-A4E723B72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DB668-BE5E-6248-99BC-8C7EF3EB1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7F5F0-56F6-8147-AC51-DE9AA7548A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734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A218C9-1938-4642-BB68-ED08320E8DBD}"/>
              </a:ext>
            </a:extLst>
          </p:cNvPr>
          <p:cNvSpPr/>
          <p:nvPr/>
        </p:nvSpPr>
        <p:spPr>
          <a:xfrm>
            <a:off x="43021" y="2975137"/>
            <a:ext cx="10499466" cy="27586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D8338D9-61EA-8A4B-8A27-F3FC4C125A7A}"/>
                  </a:ext>
                </a:extLst>
              </p:cNvPr>
              <p:cNvSpPr/>
              <p:nvPr/>
            </p:nvSpPr>
            <p:spPr>
              <a:xfrm>
                <a:off x="350511" y="3281075"/>
                <a:ext cx="1527585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D8338D9-61EA-8A4B-8A27-F3FC4C125A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11" y="3281075"/>
                <a:ext cx="1527585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C14258-B45F-A744-89EF-931684372952}"/>
                  </a:ext>
                </a:extLst>
              </p:cNvPr>
              <p:cNvSpPr/>
              <p:nvPr/>
            </p:nvSpPr>
            <p:spPr>
              <a:xfrm>
                <a:off x="2599982" y="3281075"/>
                <a:ext cx="2515496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C14258-B45F-A744-89EF-931684372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982" y="3281075"/>
                <a:ext cx="2515496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EB72E74F-286E-3248-A491-CF6F207A9668}"/>
              </a:ext>
            </a:extLst>
          </p:cNvPr>
          <p:cNvSpPr/>
          <p:nvPr/>
        </p:nvSpPr>
        <p:spPr>
          <a:xfrm>
            <a:off x="5837364" y="3281075"/>
            <a:ext cx="1793610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Mislabel Detection Framework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42C509C-2370-A448-A2CA-33137DA04014}"/>
                  </a:ext>
                </a:extLst>
              </p:cNvPr>
              <p:cNvSpPr/>
              <p:nvPr/>
            </p:nvSpPr>
            <p:spPr>
              <a:xfrm>
                <a:off x="8418979" y="3281075"/>
                <a:ext cx="1793609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𝑐𝑙𝑒𝑎𝑛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42C509C-2370-A448-A2CA-33137DA04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979" y="3281075"/>
                <a:ext cx="1793609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D47FA5E-66C8-4E42-98CC-38AE86D892E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878096" y="3738275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814BE3B-EBF7-1C48-A2FC-56A631A3A33B}"/>
              </a:ext>
            </a:extLst>
          </p:cNvPr>
          <p:cNvCxnSpPr>
            <a:cxnSpLocks/>
          </p:cNvCxnSpPr>
          <p:nvPr/>
        </p:nvCxnSpPr>
        <p:spPr>
          <a:xfrm>
            <a:off x="5115478" y="3738275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FFDD747-7B2D-B54E-9272-4BF94A30C0AE}"/>
              </a:ext>
            </a:extLst>
          </p:cNvPr>
          <p:cNvCxnSpPr>
            <a:cxnSpLocks/>
          </p:cNvCxnSpPr>
          <p:nvPr/>
        </p:nvCxnSpPr>
        <p:spPr>
          <a:xfrm>
            <a:off x="7630974" y="3738275"/>
            <a:ext cx="7880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7A6BCC81-1BF3-D543-A3F6-39C0587F18B4}"/>
              </a:ext>
            </a:extLst>
          </p:cNvPr>
          <p:cNvCxnSpPr>
            <a:cxnSpLocks/>
          </p:cNvCxnSpPr>
          <p:nvPr/>
        </p:nvCxnSpPr>
        <p:spPr>
          <a:xfrm>
            <a:off x="9300202" y="4195475"/>
            <a:ext cx="0" cy="3442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4CB0AC1-0F81-164E-BD69-C4F9E26B6F63}"/>
              </a:ext>
            </a:extLst>
          </p:cNvPr>
          <p:cNvSpPr/>
          <p:nvPr/>
        </p:nvSpPr>
        <p:spPr>
          <a:xfrm>
            <a:off x="8418979" y="4555200"/>
            <a:ext cx="1793609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STAIR/L-STAIR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93A2EC2-1921-294D-9264-776D72330999}"/>
              </a:ext>
            </a:extLst>
          </p:cNvPr>
          <p:cNvCxnSpPr>
            <a:cxnSpLocks/>
          </p:cNvCxnSpPr>
          <p:nvPr/>
        </p:nvCxnSpPr>
        <p:spPr>
          <a:xfrm flipH="1">
            <a:off x="7630973" y="4995367"/>
            <a:ext cx="7880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4FA8CA0-5D1A-C943-A4A3-39C1344F6ECF}"/>
                  </a:ext>
                </a:extLst>
              </p:cNvPr>
              <p:cNvSpPr/>
              <p:nvPr/>
            </p:nvSpPr>
            <p:spPr>
              <a:xfrm>
                <a:off x="5837364" y="4555200"/>
                <a:ext cx="1793610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:endParaRPr kumimoji="1" lang="en-US" altLang="zh-CN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𝑐𝑙𝑒𝑎𝑛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4FA8CA0-5D1A-C943-A4A3-39C1344F6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364" y="4555200"/>
                <a:ext cx="179361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14EE95A8-874A-3C42-A21F-F319C34E4E77}"/>
              </a:ext>
            </a:extLst>
          </p:cNvPr>
          <p:cNvSpPr/>
          <p:nvPr/>
        </p:nvSpPr>
        <p:spPr>
          <a:xfrm>
            <a:off x="44813" y="470409"/>
            <a:ext cx="10499466" cy="15950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D04AF7E-28E4-A048-9B38-166BB0E2E7FD}"/>
                  </a:ext>
                </a:extLst>
              </p:cNvPr>
              <p:cNvSpPr/>
              <p:nvPr/>
            </p:nvSpPr>
            <p:spPr>
              <a:xfrm>
                <a:off x="352303" y="776347"/>
                <a:ext cx="1527585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D04AF7E-28E4-A048-9B38-166BB0E2E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03" y="776347"/>
                <a:ext cx="1527585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E66DDEB-D0E2-0142-8B00-59EBFAC13163}"/>
                  </a:ext>
                </a:extLst>
              </p:cNvPr>
              <p:cNvSpPr/>
              <p:nvPr/>
            </p:nvSpPr>
            <p:spPr>
              <a:xfrm>
                <a:off x="2601774" y="776347"/>
                <a:ext cx="2515496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predicted Dataset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E66DDEB-D0E2-0142-8B00-59EBFAC13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774" y="776347"/>
                <a:ext cx="2515496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142ED8D-6864-DD4E-9A3C-A065BE6885B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879888" y="1233547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AFC6B02-9F7A-8E4E-BF9D-9654F188EEE2}"/>
              </a:ext>
            </a:extLst>
          </p:cNvPr>
          <p:cNvCxnSpPr>
            <a:cxnSpLocks/>
          </p:cNvCxnSpPr>
          <p:nvPr/>
        </p:nvCxnSpPr>
        <p:spPr>
          <a:xfrm>
            <a:off x="5117270" y="1233547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3597409-1B4F-F94B-A8D4-64CA574CC748}"/>
              </a:ext>
            </a:extLst>
          </p:cNvPr>
          <p:cNvSpPr/>
          <p:nvPr/>
        </p:nvSpPr>
        <p:spPr>
          <a:xfrm>
            <a:off x="5837364" y="793381"/>
            <a:ext cx="1793609" cy="9144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STAIR/L-STAIR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99C670-844D-A143-BEB9-BE4835B1D506}"/>
                  </a:ext>
                </a:extLst>
              </p:cNvPr>
              <p:cNvSpPr/>
              <p:nvPr/>
            </p:nvSpPr>
            <p:spPr>
              <a:xfrm>
                <a:off x="8349274" y="793381"/>
                <a:ext cx="1793610" cy="9144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:endParaRPr kumimoji="1" lang="en-US" altLang="zh-CN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𝑛𝑜𝑖𝑠𝑦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699C670-844D-A143-BEB9-BE4835B1D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274" y="793381"/>
                <a:ext cx="179361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E493788D-4AAA-C748-80BF-AFAA6F55A2A4}"/>
              </a:ext>
            </a:extLst>
          </p:cNvPr>
          <p:cNvCxnSpPr>
            <a:cxnSpLocks/>
          </p:cNvCxnSpPr>
          <p:nvPr/>
        </p:nvCxnSpPr>
        <p:spPr>
          <a:xfrm>
            <a:off x="7629181" y="1250581"/>
            <a:ext cx="72188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下箭头 41">
            <a:extLst>
              <a:ext uri="{FF2B5EF4-FFF2-40B4-BE49-F238E27FC236}">
                <a16:creationId xmlns:a16="http://schemas.microsoft.com/office/drawing/2014/main" id="{95F9735F-D9AE-EB4D-AF2C-9F0B78B47A9F}"/>
              </a:ext>
            </a:extLst>
          </p:cNvPr>
          <p:cNvSpPr/>
          <p:nvPr/>
        </p:nvSpPr>
        <p:spPr>
          <a:xfrm>
            <a:off x="5320435" y="2211346"/>
            <a:ext cx="311972" cy="71000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C1A968-44BC-EF4A-9DD3-260CA207D5DF}"/>
              </a:ext>
            </a:extLst>
          </p:cNvPr>
          <p:cNvSpPr/>
          <p:nvPr/>
        </p:nvSpPr>
        <p:spPr>
          <a:xfrm>
            <a:off x="10568704" y="636501"/>
            <a:ext cx="1580264" cy="12281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</a:rPr>
              <a:t>Outlier Summarization via Noisy Data</a:t>
            </a:r>
            <a:endParaRPr kumimoji="1"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A5A656-F1D4-0A4F-A49E-59FE425D9EE7}"/>
              </a:ext>
            </a:extLst>
          </p:cNvPr>
          <p:cNvSpPr/>
          <p:nvPr/>
        </p:nvSpPr>
        <p:spPr>
          <a:xfrm>
            <a:off x="10581030" y="3737060"/>
            <a:ext cx="1580264" cy="122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</a:rPr>
              <a:t>Outlier Summarization via Cleaned Data</a:t>
            </a:r>
            <a:endParaRPr kumimoji="1" lang="zh-CN" altLang="en-US" sz="1600" b="1" dirty="0">
              <a:solidFill>
                <a:schemeClr val="tx1"/>
              </a:solidFill>
            </a:endParaRPr>
          </a:p>
        </p:txBody>
      </p:sp>
      <p:pic>
        <p:nvPicPr>
          <p:cNvPr id="46" name="图形 45" descr="垃圾">
            <a:extLst>
              <a:ext uri="{FF2B5EF4-FFF2-40B4-BE49-F238E27FC236}">
                <a16:creationId xmlns:a16="http://schemas.microsoft.com/office/drawing/2014/main" id="{B473F022-4773-CB48-9B5A-A1C2490935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9488" y="3326085"/>
            <a:ext cx="410975" cy="410975"/>
          </a:xfrm>
          <a:prstGeom prst="rect">
            <a:avLst/>
          </a:prstGeom>
        </p:spPr>
      </p:pic>
      <p:pic>
        <p:nvPicPr>
          <p:cNvPr id="3" name="图形 2" descr="聊天气泡">
            <a:extLst>
              <a:ext uri="{FF2B5EF4-FFF2-40B4-BE49-F238E27FC236}">
                <a16:creationId xmlns:a16="http://schemas.microsoft.com/office/drawing/2014/main" id="{EC6527DC-F1EA-D640-8D65-A9EC91FB2F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8729" y="4582314"/>
            <a:ext cx="454480" cy="454480"/>
          </a:xfrm>
          <a:prstGeom prst="rect">
            <a:avLst/>
          </a:prstGeom>
        </p:spPr>
      </p:pic>
      <p:pic>
        <p:nvPicPr>
          <p:cNvPr id="15" name="图形 14" descr="重复">
            <a:extLst>
              <a:ext uri="{FF2B5EF4-FFF2-40B4-BE49-F238E27FC236}">
                <a16:creationId xmlns:a16="http://schemas.microsoft.com/office/drawing/2014/main" id="{C26AD16C-87C3-9C4C-981F-DD244724DF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12644" y="3347702"/>
            <a:ext cx="412470" cy="412470"/>
          </a:xfrm>
          <a:prstGeom prst="rect">
            <a:avLst/>
          </a:prstGeom>
        </p:spPr>
      </p:pic>
      <p:pic>
        <p:nvPicPr>
          <p:cNvPr id="33" name="图形 32" descr="重复">
            <a:extLst>
              <a:ext uri="{FF2B5EF4-FFF2-40B4-BE49-F238E27FC236}">
                <a16:creationId xmlns:a16="http://schemas.microsoft.com/office/drawing/2014/main" id="{5D2853C5-6FC0-3E45-861D-AFF2A21ACD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13878" y="845946"/>
            <a:ext cx="412470" cy="412470"/>
          </a:xfrm>
          <a:prstGeom prst="rect">
            <a:avLst/>
          </a:prstGeom>
        </p:spPr>
      </p:pic>
      <p:pic>
        <p:nvPicPr>
          <p:cNvPr id="34" name="图形 33" descr="聊天气泡">
            <a:extLst>
              <a:ext uri="{FF2B5EF4-FFF2-40B4-BE49-F238E27FC236}">
                <a16:creationId xmlns:a16="http://schemas.microsoft.com/office/drawing/2014/main" id="{B10AF5EA-14C9-8143-8F07-91D5E2DA69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7945" y="830924"/>
            <a:ext cx="480954" cy="48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8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D88A3DFE-A99F-3B42-B4E2-6C708DA8485D}"/>
              </a:ext>
            </a:extLst>
          </p:cNvPr>
          <p:cNvSpPr/>
          <p:nvPr/>
        </p:nvSpPr>
        <p:spPr>
          <a:xfrm>
            <a:off x="1574142" y="4010986"/>
            <a:ext cx="10472737" cy="2628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D519FF9A-39C8-7E42-A9C6-027BAA9FE0D5}"/>
              </a:ext>
            </a:extLst>
          </p:cNvPr>
          <p:cNvSpPr/>
          <p:nvPr/>
        </p:nvSpPr>
        <p:spPr>
          <a:xfrm>
            <a:off x="1585913" y="123525"/>
            <a:ext cx="10472737" cy="2566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F72E75-67FC-CB4C-864B-564CE938834A}"/>
              </a:ext>
            </a:extLst>
          </p:cNvPr>
          <p:cNvSpPr/>
          <p:nvPr/>
        </p:nvSpPr>
        <p:spPr>
          <a:xfrm>
            <a:off x="1846945" y="240580"/>
            <a:ext cx="2775473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856D70F-03F8-6D44-9448-95F2C284253A}"/>
              </a:ext>
            </a:extLst>
          </p:cNvPr>
          <p:cNvSpPr/>
          <p:nvPr/>
        </p:nvSpPr>
        <p:spPr>
          <a:xfrm>
            <a:off x="2382361" y="350846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A1E8F50-3694-FF4A-BD00-1FA3422A34C2}"/>
              </a:ext>
            </a:extLst>
          </p:cNvPr>
          <p:cNvSpPr/>
          <p:nvPr/>
        </p:nvSpPr>
        <p:spPr>
          <a:xfrm>
            <a:off x="2990842" y="75731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3D98856-576D-8F4C-893B-0656C6BBB890}"/>
              </a:ext>
            </a:extLst>
          </p:cNvPr>
          <p:cNvSpPr/>
          <p:nvPr/>
        </p:nvSpPr>
        <p:spPr>
          <a:xfrm>
            <a:off x="2554484" y="1009751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A55972B-795B-7343-8234-614C2D3804B9}"/>
              </a:ext>
            </a:extLst>
          </p:cNvPr>
          <p:cNvSpPr/>
          <p:nvPr/>
        </p:nvSpPr>
        <p:spPr>
          <a:xfrm>
            <a:off x="3270541" y="628586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DABCC10-1C8B-2F46-AD6D-FC02285F200E}"/>
              </a:ext>
            </a:extLst>
          </p:cNvPr>
          <p:cNvSpPr/>
          <p:nvPr/>
        </p:nvSpPr>
        <p:spPr>
          <a:xfrm>
            <a:off x="2991738" y="107429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EF5DC16-E993-BB41-83F3-FC2D01A298D4}"/>
              </a:ext>
            </a:extLst>
          </p:cNvPr>
          <p:cNvSpPr/>
          <p:nvPr/>
        </p:nvSpPr>
        <p:spPr>
          <a:xfrm>
            <a:off x="3434146" y="918311"/>
            <a:ext cx="172123" cy="178695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D84D7E-4D4B-6A44-878B-57477C7ADB50}"/>
              </a:ext>
            </a:extLst>
          </p:cNvPr>
          <p:cNvSpPr/>
          <p:nvPr/>
        </p:nvSpPr>
        <p:spPr>
          <a:xfrm>
            <a:off x="2950945" y="139128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EFF5E5A-A38B-F84A-B894-1A81033014E8}"/>
              </a:ext>
            </a:extLst>
          </p:cNvPr>
          <p:cNvSpPr/>
          <p:nvPr/>
        </p:nvSpPr>
        <p:spPr>
          <a:xfrm>
            <a:off x="3309985" y="121487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58500B-BFB8-3840-BF52-59AA54EB91D6}"/>
              </a:ext>
            </a:extLst>
          </p:cNvPr>
          <p:cNvSpPr/>
          <p:nvPr/>
        </p:nvSpPr>
        <p:spPr>
          <a:xfrm>
            <a:off x="2126644" y="174452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BE5F984-A48B-2C46-AD59-2FBB96B8DC90}"/>
              </a:ext>
            </a:extLst>
          </p:cNvPr>
          <p:cNvSpPr/>
          <p:nvPr/>
        </p:nvSpPr>
        <p:spPr>
          <a:xfrm>
            <a:off x="4333755" y="39191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F4AA05C-A2EC-0246-9936-BF123DB33103}"/>
              </a:ext>
            </a:extLst>
          </p:cNvPr>
          <p:cNvSpPr/>
          <p:nvPr/>
        </p:nvSpPr>
        <p:spPr>
          <a:xfrm>
            <a:off x="3617027" y="174452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A9EF6B3-8853-FC43-92F0-1FDCAFB91881}"/>
              </a:ext>
            </a:extLst>
          </p:cNvPr>
          <p:cNvSpPr/>
          <p:nvPr/>
        </p:nvSpPr>
        <p:spPr>
          <a:xfrm>
            <a:off x="4340254" y="148198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AADA4C8-FA85-0943-AF4A-78ED3873C8E0}"/>
              </a:ext>
            </a:extLst>
          </p:cNvPr>
          <p:cNvSpPr/>
          <p:nvPr/>
        </p:nvSpPr>
        <p:spPr>
          <a:xfrm>
            <a:off x="1929083" y="558661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1FB8E4-B341-2540-B8B1-BC76A7226B6A}"/>
              </a:ext>
            </a:extLst>
          </p:cNvPr>
          <p:cNvSpPr/>
          <p:nvPr/>
        </p:nvSpPr>
        <p:spPr>
          <a:xfrm>
            <a:off x="1473531" y="56807"/>
            <a:ext cx="10684576" cy="6669741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0D310B5-6F8E-3B41-A6C9-913BADEA2837}"/>
              </a:ext>
            </a:extLst>
          </p:cNvPr>
          <p:cNvSpPr/>
          <p:nvPr/>
        </p:nvSpPr>
        <p:spPr>
          <a:xfrm>
            <a:off x="50638" y="1985682"/>
            <a:ext cx="1360392" cy="2848984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183094E-55A7-1C43-871B-42D7208EA5D8}"/>
              </a:ext>
            </a:extLst>
          </p:cNvPr>
          <p:cNvSpPr/>
          <p:nvPr/>
        </p:nvSpPr>
        <p:spPr>
          <a:xfrm>
            <a:off x="164495" y="2291379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0B5FA5E-DC4F-B540-B584-DAB105B7E27B}"/>
              </a:ext>
            </a:extLst>
          </p:cNvPr>
          <p:cNvSpPr/>
          <p:nvPr/>
        </p:nvSpPr>
        <p:spPr>
          <a:xfrm>
            <a:off x="164496" y="2954924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BC8232B-72D5-3541-B86C-B9BAA457D316}"/>
              </a:ext>
            </a:extLst>
          </p:cNvPr>
          <p:cNvSpPr/>
          <p:nvPr/>
        </p:nvSpPr>
        <p:spPr>
          <a:xfrm>
            <a:off x="3580718" y="66587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971970C-EE40-9E4B-A79E-309681703BDF}"/>
              </a:ext>
            </a:extLst>
          </p:cNvPr>
          <p:cNvSpPr/>
          <p:nvPr/>
        </p:nvSpPr>
        <p:spPr>
          <a:xfrm>
            <a:off x="1974470" y="300478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乘 32">
            <a:extLst>
              <a:ext uri="{FF2B5EF4-FFF2-40B4-BE49-F238E27FC236}">
                <a16:creationId xmlns:a16="http://schemas.microsoft.com/office/drawing/2014/main" id="{B3FC7B10-6DFC-454A-B051-1519B746753D}"/>
              </a:ext>
            </a:extLst>
          </p:cNvPr>
          <p:cNvSpPr/>
          <p:nvPr/>
        </p:nvSpPr>
        <p:spPr>
          <a:xfrm>
            <a:off x="145121" y="361846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乘 34">
            <a:extLst>
              <a:ext uri="{FF2B5EF4-FFF2-40B4-BE49-F238E27FC236}">
                <a16:creationId xmlns:a16="http://schemas.microsoft.com/office/drawing/2014/main" id="{364B0707-EBCD-3647-9F2F-58185B41B69B}"/>
              </a:ext>
            </a:extLst>
          </p:cNvPr>
          <p:cNvSpPr/>
          <p:nvPr/>
        </p:nvSpPr>
        <p:spPr>
          <a:xfrm>
            <a:off x="145121" y="4358440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7AA1FD-6306-9642-84C3-8356A889BB1E}"/>
                  </a:ext>
                </a:extLst>
              </p:cNvPr>
              <p:cNvSpPr/>
              <p:nvPr/>
            </p:nvSpPr>
            <p:spPr>
              <a:xfrm>
                <a:off x="2221213" y="2111466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</a:t>
                </a:r>
                <a:b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</a:rPr>
                            <m:t>𝒕𝒓𝒂𝒊𝒏</m:t>
                          </m:r>
                        </m:sub>
                      </m:sSub>
                    </m:oMath>
                  </m:oMathPara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7AA1FD-6306-9642-84C3-8356A889B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213" y="2111466"/>
                <a:ext cx="1862061" cy="512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8E6F2DE7-4F53-084E-9057-E0A869699E1D}"/>
              </a:ext>
            </a:extLst>
          </p:cNvPr>
          <p:cNvSpPr/>
          <p:nvPr/>
        </p:nvSpPr>
        <p:spPr>
          <a:xfrm>
            <a:off x="5095870" y="236395"/>
            <a:ext cx="2775473" cy="184136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3B4009B-91E8-B348-9276-FCD146D49460}"/>
              </a:ext>
            </a:extLst>
          </p:cNvPr>
          <p:cNvSpPr/>
          <p:nvPr/>
        </p:nvSpPr>
        <p:spPr>
          <a:xfrm>
            <a:off x="5631058" y="346661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516E140-8B23-2643-850E-244D70110E7D}"/>
              </a:ext>
            </a:extLst>
          </p:cNvPr>
          <p:cNvSpPr/>
          <p:nvPr/>
        </p:nvSpPr>
        <p:spPr>
          <a:xfrm>
            <a:off x="6239539" y="7531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60904A8-FA62-2042-9FC4-46EAB200E9E3}"/>
              </a:ext>
            </a:extLst>
          </p:cNvPr>
          <p:cNvSpPr/>
          <p:nvPr/>
        </p:nvSpPr>
        <p:spPr>
          <a:xfrm>
            <a:off x="5803181" y="1005566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C376527-0F87-0543-AC21-96F185B3F028}"/>
              </a:ext>
            </a:extLst>
          </p:cNvPr>
          <p:cNvSpPr/>
          <p:nvPr/>
        </p:nvSpPr>
        <p:spPr>
          <a:xfrm>
            <a:off x="6519238" y="624401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D2A9614-296D-1146-8009-EB3AF3129788}"/>
              </a:ext>
            </a:extLst>
          </p:cNvPr>
          <p:cNvSpPr/>
          <p:nvPr/>
        </p:nvSpPr>
        <p:spPr>
          <a:xfrm>
            <a:off x="6240435" y="107011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7A3E512-1638-3E47-9FAD-1FC9D5CC7295}"/>
              </a:ext>
            </a:extLst>
          </p:cNvPr>
          <p:cNvSpPr/>
          <p:nvPr/>
        </p:nvSpPr>
        <p:spPr>
          <a:xfrm>
            <a:off x="6558682" y="1210693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41230CAA-5750-1944-B9DD-EF5CC0A84C8B}"/>
              </a:ext>
            </a:extLst>
          </p:cNvPr>
          <p:cNvSpPr/>
          <p:nvPr/>
        </p:nvSpPr>
        <p:spPr>
          <a:xfrm>
            <a:off x="7582452" y="38773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AAC0E31-65DA-7E4B-90DC-C215DA1713BB}"/>
              </a:ext>
            </a:extLst>
          </p:cNvPr>
          <p:cNvSpPr/>
          <p:nvPr/>
        </p:nvSpPr>
        <p:spPr>
          <a:xfrm>
            <a:off x="6865724" y="174034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ACE17B4A-F52E-EA4E-AA9C-9B7B8F15EEB7}"/>
              </a:ext>
            </a:extLst>
          </p:cNvPr>
          <p:cNvSpPr/>
          <p:nvPr/>
        </p:nvSpPr>
        <p:spPr>
          <a:xfrm>
            <a:off x="7588951" y="147780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762A06FF-2F35-B34E-AAD4-5CE404ABA505}"/>
              </a:ext>
            </a:extLst>
          </p:cNvPr>
          <p:cNvSpPr/>
          <p:nvPr/>
        </p:nvSpPr>
        <p:spPr>
          <a:xfrm>
            <a:off x="6829415" y="66168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A6A5860-8236-BE4D-AACF-A8AB468A7E5A}"/>
              </a:ext>
            </a:extLst>
          </p:cNvPr>
          <p:cNvSpPr/>
          <p:nvPr/>
        </p:nvSpPr>
        <p:spPr>
          <a:xfrm>
            <a:off x="5223167" y="29629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乘 54">
            <a:extLst>
              <a:ext uri="{FF2B5EF4-FFF2-40B4-BE49-F238E27FC236}">
                <a16:creationId xmlns:a16="http://schemas.microsoft.com/office/drawing/2014/main" id="{FB603893-A524-4D45-99C3-D8E8CA34FBAB}"/>
              </a:ext>
            </a:extLst>
          </p:cNvPr>
          <p:cNvSpPr/>
          <p:nvPr/>
        </p:nvSpPr>
        <p:spPr>
          <a:xfrm>
            <a:off x="6199642" y="1344600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乘 55">
            <a:extLst>
              <a:ext uri="{FF2B5EF4-FFF2-40B4-BE49-F238E27FC236}">
                <a16:creationId xmlns:a16="http://schemas.microsoft.com/office/drawing/2014/main" id="{338055AD-CD27-B846-B5DB-F85C3A460A38}"/>
              </a:ext>
            </a:extLst>
          </p:cNvPr>
          <p:cNvSpPr/>
          <p:nvPr/>
        </p:nvSpPr>
        <p:spPr>
          <a:xfrm>
            <a:off x="6715117" y="875912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乘 56">
            <a:extLst>
              <a:ext uri="{FF2B5EF4-FFF2-40B4-BE49-F238E27FC236}">
                <a16:creationId xmlns:a16="http://schemas.microsoft.com/office/drawing/2014/main" id="{344D4A9B-E301-FC43-8F3F-90E2B133A90D}"/>
              </a:ext>
            </a:extLst>
          </p:cNvPr>
          <p:cNvSpPr/>
          <p:nvPr/>
        </p:nvSpPr>
        <p:spPr>
          <a:xfrm>
            <a:off x="5433943" y="1712888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乘 57">
            <a:extLst>
              <a:ext uri="{FF2B5EF4-FFF2-40B4-BE49-F238E27FC236}">
                <a16:creationId xmlns:a16="http://schemas.microsoft.com/office/drawing/2014/main" id="{41377296-23F6-7043-84A5-0E134FE2B5B2}"/>
              </a:ext>
            </a:extLst>
          </p:cNvPr>
          <p:cNvSpPr/>
          <p:nvPr/>
        </p:nvSpPr>
        <p:spPr>
          <a:xfrm>
            <a:off x="5166313" y="489931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3B0BF0C-B887-DB44-ADA4-B8A99089BD31}"/>
                  </a:ext>
                </a:extLst>
              </p:cNvPr>
              <p:cNvSpPr/>
              <p:nvPr/>
            </p:nvSpPr>
            <p:spPr>
              <a:xfrm>
                <a:off x="5541410" y="2095481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LOF predicted </a:t>
                </a:r>
                <a:b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𝒕𝒓𝒂𝒊𝒏</m:t>
                          </m:r>
                        </m:sub>
                        <m:sup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3B0BF0C-B887-DB44-ADA4-B8A99089B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410" y="2095481"/>
                <a:ext cx="1862061" cy="512819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8FF5E4B1-ACEA-9F44-9695-8DC9CBA7780B}"/>
              </a:ext>
            </a:extLst>
          </p:cNvPr>
          <p:cNvCxnSpPr>
            <a:cxnSpLocks/>
          </p:cNvCxnSpPr>
          <p:nvPr/>
        </p:nvCxnSpPr>
        <p:spPr>
          <a:xfrm>
            <a:off x="7881873" y="1258100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0746FAB2-EEE3-954C-AEA2-02A9F28F4A38}"/>
              </a:ext>
            </a:extLst>
          </p:cNvPr>
          <p:cNvCxnSpPr>
            <a:cxnSpLocks/>
          </p:cNvCxnSpPr>
          <p:nvPr/>
        </p:nvCxnSpPr>
        <p:spPr>
          <a:xfrm>
            <a:off x="4633176" y="1252992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42C2945-6805-2248-9ACC-9021D2246CFE}"/>
              </a:ext>
            </a:extLst>
          </p:cNvPr>
          <p:cNvSpPr txBox="1"/>
          <p:nvPr/>
        </p:nvSpPr>
        <p:spPr>
          <a:xfrm>
            <a:off x="294340" y="2228526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Outlier</a:t>
            </a:r>
            <a:endParaRPr kumimoji="1" lang="zh-CN" altLang="en-US" sz="14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AF8E2A-2168-6D49-9551-C5F9E55C4676}"/>
              </a:ext>
            </a:extLst>
          </p:cNvPr>
          <p:cNvSpPr txBox="1"/>
          <p:nvPr/>
        </p:nvSpPr>
        <p:spPr>
          <a:xfrm>
            <a:off x="289693" y="2906123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Inlier</a:t>
            </a:r>
            <a:endParaRPr kumimoji="1" lang="zh-CN" altLang="en-US" sz="1400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AA6C84D-F95F-7845-B875-C09665C21488}"/>
              </a:ext>
            </a:extLst>
          </p:cNvPr>
          <p:cNvSpPr txBox="1"/>
          <p:nvPr/>
        </p:nvSpPr>
        <p:spPr>
          <a:xfrm>
            <a:off x="297500" y="3594233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False Outlier</a:t>
            </a:r>
            <a:endParaRPr kumimoji="1" lang="zh-CN" altLang="en-US" sz="1400" b="1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DA1E110-D869-EE4B-821B-757BFDDD809F}"/>
              </a:ext>
            </a:extLst>
          </p:cNvPr>
          <p:cNvSpPr txBox="1"/>
          <p:nvPr/>
        </p:nvSpPr>
        <p:spPr>
          <a:xfrm>
            <a:off x="301536" y="4332252"/>
            <a:ext cx="1048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False Inlier</a:t>
            </a:r>
            <a:endParaRPr kumimoji="1" lang="zh-CN" altLang="en-US" sz="1400" b="1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574B724-A5EB-8E43-B95A-E58158969BB7}"/>
              </a:ext>
            </a:extLst>
          </p:cNvPr>
          <p:cNvSpPr/>
          <p:nvPr/>
        </p:nvSpPr>
        <p:spPr>
          <a:xfrm>
            <a:off x="8344111" y="2111357"/>
            <a:ext cx="1352666" cy="4969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0CA3810-6D39-0544-A354-7818D1A9AF8A}"/>
              </a:ext>
            </a:extLst>
          </p:cNvPr>
          <p:cNvSpPr/>
          <p:nvPr/>
        </p:nvSpPr>
        <p:spPr>
          <a:xfrm>
            <a:off x="9979216" y="236394"/>
            <a:ext cx="1658799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D9E602F-2914-574F-B542-9AF00A21E231}"/>
              </a:ext>
            </a:extLst>
          </p:cNvPr>
          <p:cNvSpPr txBox="1"/>
          <p:nvPr/>
        </p:nvSpPr>
        <p:spPr>
          <a:xfrm>
            <a:off x="10156774" y="27359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1</a:t>
            </a:r>
            <a:endParaRPr kumimoji="1" lang="zh-CN" altLang="en-US" sz="1400" i="1" dirty="0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4AB56E8A-99F8-2843-BA28-00928F066271}"/>
              </a:ext>
            </a:extLst>
          </p:cNvPr>
          <p:cNvSpPr/>
          <p:nvPr/>
        </p:nvSpPr>
        <p:spPr>
          <a:xfrm>
            <a:off x="10035120" y="325284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90BE9AB-8159-AB4B-9E47-F6A40BFAE64B}"/>
              </a:ext>
            </a:extLst>
          </p:cNvPr>
          <p:cNvSpPr/>
          <p:nvPr/>
        </p:nvSpPr>
        <p:spPr>
          <a:xfrm>
            <a:off x="10035423" y="660362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ADF8A95-7F42-6A4C-871D-A2619E210FFF}"/>
              </a:ext>
            </a:extLst>
          </p:cNvPr>
          <p:cNvSpPr txBox="1"/>
          <p:nvPr/>
        </p:nvSpPr>
        <p:spPr>
          <a:xfrm>
            <a:off x="10170849" y="613407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2</a:t>
            </a:r>
            <a:endParaRPr kumimoji="1" lang="zh-CN" altLang="en-US" sz="1400" i="1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E879CE3-EB99-6B41-AE6A-C3FAD12B74F2}"/>
              </a:ext>
            </a:extLst>
          </p:cNvPr>
          <p:cNvSpPr txBox="1"/>
          <p:nvPr/>
        </p:nvSpPr>
        <p:spPr>
          <a:xfrm>
            <a:off x="10180968" y="98549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3</a:t>
            </a:r>
            <a:endParaRPr kumimoji="1" lang="zh-CN" altLang="en-US" sz="1400" i="1" dirty="0"/>
          </a:p>
        </p:txBody>
      </p:sp>
      <p:sp>
        <p:nvSpPr>
          <p:cNvPr id="84" name="乘 83">
            <a:extLst>
              <a:ext uri="{FF2B5EF4-FFF2-40B4-BE49-F238E27FC236}">
                <a16:creationId xmlns:a16="http://schemas.microsoft.com/office/drawing/2014/main" id="{3486A6C3-C29B-684B-944B-B616F1DC37E4}"/>
              </a:ext>
            </a:extLst>
          </p:cNvPr>
          <p:cNvSpPr/>
          <p:nvPr/>
        </p:nvSpPr>
        <p:spPr>
          <a:xfrm>
            <a:off x="10035120" y="995440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乘 84">
            <a:extLst>
              <a:ext uri="{FF2B5EF4-FFF2-40B4-BE49-F238E27FC236}">
                <a16:creationId xmlns:a16="http://schemas.microsoft.com/office/drawing/2014/main" id="{3023DA85-4793-BA44-BBD2-D0FC09BA603E}"/>
              </a:ext>
            </a:extLst>
          </p:cNvPr>
          <p:cNvSpPr/>
          <p:nvPr/>
        </p:nvSpPr>
        <p:spPr>
          <a:xfrm>
            <a:off x="10037813" y="1406945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DBBCB5E-4481-1243-A0D2-BCEFB71EAB0C}"/>
              </a:ext>
            </a:extLst>
          </p:cNvPr>
          <p:cNvSpPr txBox="1"/>
          <p:nvPr/>
        </p:nvSpPr>
        <p:spPr>
          <a:xfrm>
            <a:off x="10180968" y="138985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4</a:t>
            </a:r>
            <a:endParaRPr kumimoji="1" lang="zh-CN" altLang="en-US" sz="1400" i="1" dirty="0"/>
          </a:p>
        </p:txBody>
      </p:sp>
      <p:sp>
        <p:nvSpPr>
          <p:cNvPr id="87" name="乘 86">
            <a:extLst>
              <a:ext uri="{FF2B5EF4-FFF2-40B4-BE49-F238E27FC236}">
                <a16:creationId xmlns:a16="http://schemas.microsoft.com/office/drawing/2014/main" id="{835E0F57-6005-EF4C-8209-DEA9EECDB8E2}"/>
              </a:ext>
            </a:extLst>
          </p:cNvPr>
          <p:cNvSpPr/>
          <p:nvPr/>
        </p:nvSpPr>
        <p:spPr>
          <a:xfrm>
            <a:off x="10035120" y="1818451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83F4744-E3BA-BB45-8FAD-5154141C97F2}"/>
              </a:ext>
            </a:extLst>
          </p:cNvPr>
          <p:cNvSpPr txBox="1"/>
          <p:nvPr/>
        </p:nvSpPr>
        <p:spPr>
          <a:xfrm>
            <a:off x="10170849" y="1794215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5</a:t>
            </a:r>
            <a:endParaRPr kumimoji="1" lang="zh-CN" altLang="en-US" sz="1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E4AD650F-100B-E946-9F1E-422A07CB9215}"/>
                  </a:ext>
                </a:extLst>
              </p:cNvPr>
              <p:cNvSpPr/>
              <p:nvPr/>
            </p:nvSpPr>
            <p:spPr>
              <a:xfrm>
                <a:off x="9996398" y="2111357"/>
                <a:ext cx="1504136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E4AD650F-100B-E946-9F1E-422A07CB9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8" y="2111357"/>
                <a:ext cx="1504136" cy="512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矩形 109">
            <a:extLst>
              <a:ext uri="{FF2B5EF4-FFF2-40B4-BE49-F238E27FC236}">
                <a16:creationId xmlns:a16="http://schemas.microsoft.com/office/drawing/2014/main" id="{6338E6EC-1B56-BD47-B795-6E6695D1C92F}"/>
              </a:ext>
            </a:extLst>
          </p:cNvPr>
          <p:cNvSpPr/>
          <p:nvPr/>
        </p:nvSpPr>
        <p:spPr>
          <a:xfrm>
            <a:off x="5113052" y="4132789"/>
            <a:ext cx="2775473" cy="18935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83415BD1-B380-CC4C-9D64-E09276C9E77E}"/>
              </a:ext>
            </a:extLst>
          </p:cNvPr>
          <p:cNvSpPr/>
          <p:nvPr/>
        </p:nvSpPr>
        <p:spPr>
          <a:xfrm>
            <a:off x="5648240" y="4222822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174D9E7-1E2C-A043-9A0B-022BDC1CF7DB}"/>
              </a:ext>
            </a:extLst>
          </p:cNvPr>
          <p:cNvSpPr/>
          <p:nvPr/>
        </p:nvSpPr>
        <p:spPr>
          <a:xfrm>
            <a:off x="6256721" y="462928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37DB60E1-686D-4848-8DF9-96825D0C94DF}"/>
              </a:ext>
            </a:extLst>
          </p:cNvPr>
          <p:cNvSpPr/>
          <p:nvPr/>
        </p:nvSpPr>
        <p:spPr>
          <a:xfrm>
            <a:off x="5820363" y="48817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A6BB3EE6-37E6-1540-BAEF-995D200C1D1E}"/>
              </a:ext>
            </a:extLst>
          </p:cNvPr>
          <p:cNvSpPr/>
          <p:nvPr/>
        </p:nvSpPr>
        <p:spPr>
          <a:xfrm>
            <a:off x="6536420" y="450056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DB7DF1C-E8E1-F94C-AB99-BE6CB785CBFE}"/>
              </a:ext>
            </a:extLst>
          </p:cNvPr>
          <p:cNvSpPr/>
          <p:nvPr/>
        </p:nvSpPr>
        <p:spPr>
          <a:xfrm>
            <a:off x="6257617" y="4946273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47492F36-449A-8A48-BA1C-108C12270F2D}"/>
              </a:ext>
            </a:extLst>
          </p:cNvPr>
          <p:cNvSpPr/>
          <p:nvPr/>
        </p:nvSpPr>
        <p:spPr>
          <a:xfrm>
            <a:off x="6575864" y="5086854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864052A8-8B49-B342-98E2-A453636E203E}"/>
              </a:ext>
            </a:extLst>
          </p:cNvPr>
          <p:cNvSpPr/>
          <p:nvPr/>
        </p:nvSpPr>
        <p:spPr>
          <a:xfrm>
            <a:off x="7599634" y="426389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3E8ECDB9-B817-9C42-9EAE-F728BE80ECCC}"/>
              </a:ext>
            </a:extLst>
          </p:cNvPr>
          <p:cNvSpPr/>
          <p:nvPr/>
        </p:nvSpPr>
        <p:spPr>
          <a:xfrm>
            <a:off x="6882906" y="5616505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EC1A8193-9AB1-5D47-9E48-24F4D4181DC2}"/>
              </a:ext>
            </a:extLst>
          </p:cNvPr>
          <p:cNvSpPr/>
          <p:nvPr/>
        </p:nvSpPr>
        <p:spPr>
          <a:xfrm>
            <a:off x="7606133" y="535396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ACF27DE1-7201-124D-9BC2-3F17499295DD}"/>
              </a:ext>
            </a:extLst>
          </p:cNvPr>
          <p:cNvSpPr/>
          <p:nvPr/>
        </p:nvSpPr>
        <p:spPr>
          <a:xfrm>
            <a:off x="6846597" y="453784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60265D27-2907-0349-97D2-CB23CAC45980}"/>
              </a:ext>
            </a:extLst>
          </p:cNvPr>
          <p:cNvSpPr/>
          <p:nvPr/>
        </p:nvSpPr>
        <p:spPr>
          <a:xfrm>
            <a:off x="5240349" y="417245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乘 122">
            <a:extLst>
              <a:ext uri="{FF2B5EF4-FFF2-40B4-BE49-F238E27FC236}">
                <a16:creationId xmlns:a16="http://schemas.microsoft.com/office/drawing/2014/main" id="{DBCE8ED0-A7A6-B541-B496-5771F5B859A3}"/>
              </a:ext>
            </a:extLst>
          </p:cNvPr>
          <p:cNvSpPr/>
          <p:nvPr/>
        </p:nvSpPr>
        <p:spPr>
          <a:xfrm>
            <a:off x="6732299" y="4752073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乘 123">
            <a:extLst>
              <a:ext uri="{FF2B5EF4-FFF2-40B4-BE49-F238E27FC236}">
                <a16:creationId xmlns:a16="http://schemas.microsoft.com/office/drawing/2014/main" id="{7C43480D-D875-DD45-9BD4-51F31FA6036C}"/>
              </a:ext>
            </a:extLst>
          </p:cNvPr>
          <p:cNvSpPr/>
          <p:nvPr/>
        </p:nvSpPr>
        <p:spPr>
          <a:xfrm>
            <a:off x="5451125" y="558904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71D99E3F-135C-9340-8EDA-68047731EDCF}"/>
              </a:ext>
            </a:extLst>
          </p:cNvPr>
          <p:cNvCxnSpPr>
            <a:cxnSpLocks/>
          </p:cNvCxnSpPr>
          <p:nvPr/>
        </p:nvCxnSpPr>
        <p:spPr>
          <a:xfrm>
            <a:off x="7900616" y="5116167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F0CBC2D9-1E62-AC46-9690-86A36EDC31AF}"/>
              </a:ext>
            </a:extLst>
          </p:cNvPr>
          <p:cNvCxnSpPr>
            <a:cxnSpLocks/>
          </p:cNvCxnSpPr>
          <p:nvPr/>
        </p:nvCxnSpPr>
        <p:spPr>
          <a:xfrm>
            <a:off x="4639297" y="5129153"/>
            <a:ext cx="45193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F516246-3F56-2348-89A6-4146E212FB5A}"/>
              </a:ext>
            </a:extLst>
          </p:cNvPr>
          <p:cNvSpPr/>
          <p:nvPr/>
        </p:nvSpPr>
        <p:spPr>
          <a:xfrm>
            <a:off x="9996397" y="4112555"/>
            <a:ext cx="1658799" cy="18464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8678854-7101-A648-89CF-A221C12037E4}"/>
              </a:ext>
            </a:extLst>
          </p:cNvPr>
          <p:cNvSpPr txBox="1"/>
          <p:nvPr/>
        </p:nvSpPr>
        <p:spPr>
          <a:xfrm>
            <a:off x="10173955" y="412435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1</a:t>
            </a:r>
            <a:endParaRPr kumimoji="1" lang="zh-CN" altLang="en-US" sz="1400" i="1" dirty="0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28FE36D8-1285-994C-AAD2-6756003A9D2C}"/>
              </a:ext>
            </a:extLst>
          </p:cNvPr>
          <p:cNvSpPr/>
          <p:nvPr/>
        </p:nvSpPr>
        <p:spPr>
          <a:xfrm>
            <a:off x="10052301" y="4201445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DE0D0C2C-F393-4545-9061-5B5E4517F87E}"/>
              </a:ext>
            </a:extLst>
          </p:cNvPr>
          <p:cNvSpPr/>
          <p:nvPr/>
        </p:nvSpPr>
        <p:spPr>
          <a:xfrm>
            <a:off x="10052604" y="4536523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AE442D4-E6C8-754E-BAB6-FDD0477BB047}"/>
              </a:ext>
            </a:extLst>
          </p:cNvPr>
          <p:cNvSpPr txBox="1"/>
          <p:nvPr/>
        </p:nvSpPr>
        <p:spPr>
          <a:xfrm>
            <a:off x="10188030" y="4472634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2</a:t>
            </a:r>
            <a:endParaRPr kumimoji="1" lang="zh-CN" altLang="en-US" sz="1400" i="1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6A6F709-BEE1-1A4F-AA24-ED3D76C50806}"/>
              </a:ext>
            </a:extLst>
          </p:cNvPr>
          <p:cNvSpPr txBox="1"/>
          <p:nvPr/>
        </p:nvSpPr>
        <p:spPr>
          <a:xfrm>
            <a:off x="10198149" y="4844721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3</a:t>
            </a:r>
            <a:endParaRPr kumimoji="1" lang="zh-CN" altLang="en-US" sz="1400" i="1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E309BA1-D7AA-BD4F-8AE8-7414E8EC92A4}"/>
              </a:ext>
            </a:extLst>
          </p:cNvPr>
          <p:cNvSpPr txBox="1"/>
          <p:nvPr/>
        </p:nvSpPr>
        <p:spPr>
          <a:xfrm>
            <a:off x="10198149" y="5266016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4</a:t>
            </a:r>
            <a:endParaRPr kumimoji="1" lang="zh-CN" altLang="en-US" sz="1400" i="1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3EBE05B-B841-BD48-B325-05C75E3A5983}"/>
              </a:ext>
            </a:extLst>
          </p:cNvPr>
          <p:cNvSpPr txBox="1"/>
          <p:nvPr/>
        </p:nvSpPr>
        <p:spPr>
          <a:xfrm>
            <a:off x="10204964" y="5611107"/>
            <a:ext cx="128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1" dirty="0"/>
              <a:t>Rule 5</a:t>
            </a:r>
            <a:endParaRPr kumimoji="1" lang="zh-CN" altLang="en-US" sz="1400" i="1" dirty="0"/>
          </a:p>
        </p:txBody>
      </p:sp>
      <p:sp>
        <p:nvSpPr>
          <p:cNvPr id="143" name="圆角矩形 142">
            <a:extLst>
              <a:ext uri="{FF2B5EF4-FFF2-40B4-BE49-F238E27FC236}">
                <a16:creationId xmlns:a16="http://schemas.microsoft.com/office/drawing/2014/main" id="{8C47AA5C-A0C2-D549-9C6D-4AC16898AC0A}"/>
              </a:ext>
            </a:extLst>
          </p:cNvPr>
          <p:cNvSpPr/>
          <p:nvPr/>
        </p:nvSpPr>
        <p:spPr>
          <a:xfrm>
            <a:off x="5174746" y="4403851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02836BB-B564-9D4F-8A5D-37516C72A18B}"/>
              </a:ext>
            </a:extLst>
          </p:cNvPr>
          <p:cNvSpPr/>
          <p:nvPr/>
        </p:nvSpPr>
        <p:spPr>
          <a:xfrm>
            <a:off x="1836452" y="4145489"/>
            <a:ext cx="2775473" cy="189352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D1946AB2-586E-104C-866E-E8749FE186D0}"/>
              </a:ext>
            </a:extLst>
          </p:cNvPr>
          <p:cNvSpPr/>
          <p:nvPr/>
        </p:nvSpPr>
        <p:spPr>
          <a:xfrm>
            <a:off x="2371640" y="4235522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7944E265-0426-264D-8918-45BBD8C5FEDE}"/>
              </a:ext>
            </a:extLst>
          </p:cNvPr>
          <p:cNvSpPr/>
          <p:nvPr/>
        </p:nvSpPr>
        <p:spPr>
          <a:xfrm>
            <a:off x="2980121" y="464198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2EEC52D0-6788-484A-A085-D9AEDA0F917A}"/>
              </a:ext>
            </a:extLst>
          </p:cNvPr>
          <p:cNvSpPr/>
          <p:nvPr/>
        </p:nvSpPr>
        <p:spPr>
          <a:xfrm>
            <a:off x="2543763" y="4894427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B15DCDC4-113A-9547-82B2-3E40C520CD17}"/>
              </a:ext>
            </a:extLst>
          </p:cNvPr>
          <p:cNvSpPr/>
          <p:nvPr/>
        </p:nvSpPr>
        <p:spPr>
          <a:xfrm>
            <a:off x="3259820" y="451326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A27C3C21-0A1E-B94F-8D86-5B12245C55C8}"/>
              </a:ext>
            </a:extLst>
          </p:cNvPr>
          <p:cNvSpPr/>
          <p:nvPr/>
        </p:nvSpPr>
        <p:spPr>
          <a:xfrm>
            <a:off x="2981017" y="4958973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43594C13-2C83-044F-824F-A567706D8A66}"/>
              </a:ext>
            </a:extLst>
          </p:cNvPr>
          <p:cNvSpPr/>
          <p:nvPr/>
        </p:nvSpPr>
        <p:spPr>
          <a:xfrm>
            <a:off x="3299264" y="5099554"/>
            <a:ext cx="172123" cy="1836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B8F2DD80-C6B4-0E42-8CCC-12F72C8F8B82}"/>
              </a:ext>
            </a:extLst>
          </p:cNvPr>
          <p:cNvSpPr/>
          <p:nvPr/>
        </p:nvSpPr>
        <p:spPr>
          <a:xfrm>
            <a:off x="4323034" y="427659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08E7B236-4F80-DA49-BA59-C2748DC0CE92}"/>
              </a:ext>
            </a:extLst>
          </p:cNvPr>
          <p:cNvSpPr/>
          <p:nvPr/>
        </p:nvSpPr>
        <p:spPr>
          <a:xfrm>
            <a:off x="3606306" y="5629205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EE37514B-0750-534E-A12A-C10D7F01E859}"/>
              </a:ext>
            </a:extLst>
          </p:cNvPr>
          <p:cNvSpPr/>
          <p:nvPr/>
        </p:nvSpPr>
        <p:spPr>
          <a:xfrm>
            <a:off x="4329533" y="536666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5CEF6269-6CB9-8F43-A92F-D297D37CE909}"/>
              </a:ext>
            </a:extLst>
          </p:cNvPr>
          <p:cNvSpPr/>
          <p:nvPr/>
        </p:nvSpPr>
        <p:spPr>
          <a:xfrm>
            <a:off x="3569997" y="4550548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497425A6-420B-7040-8E94-F380CC686F12}"/>
              </a:ext>
            </a:extLst>
          </p:cNvPr>
          <p:cNvSpPr/>
          <p:nvPr/>
        </p:nvSpPr>
        <p:spPr>
          <a:xfrm>
            <a:off x="1963749" y="418515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乘 158">
            <a:extLst>
              <a:ext uri="{FF2B5EF4-FFF2-40B4-BE49-F238E27FC236}">
                <a16:creationId xmlns:a16="http://schemas.microsoft.com/office/drawing/2014/main" id="{43D08F13-D16D-2045-8670-69C087EDF072}"/>
              </a:ext>
            </a:extLst>
          </p:cNvPr>
          <p:cNvSpPr/>
          <p:nvPr/>
        </p:nvSpPr>
        <p:spPr>
          <a:xfrm>
            <a:off x="2940224" y="5233461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乘 159">
            <a:extLst>
              <a:ext uri="{FF2B5EF4-FFF2-40B4-BE49-F238E27FC236}">
                <a16:creationId xmlns:a16="http://schemas.microsoft.com/office/drawing/2014/main" id="{64D524A1-1A0A-304F-ABDF-B7AF1233FAA2}"/>
              </a:ext>
            </a:extLst>
          </p:cNvPr>
          <p:cNvSpPr/>
          <p:nvPr/>
        </p:nvSpPr>
        <p:spPr>
          <a:xfrm>
            <a:off x="3455699" y="4764773"/>
            <a:ext cx="191498" cy="259307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乘 160">
            <a:extLst>
              <a:ext uri="{FF2B5EF4-FFF2-40B4-BE49-F238E27FC236}">
                <a16:creationId xmlns:a16="http://schemas.microsoft.com/office/drawing/2014/main" id="{57D3CA3D-CE8E-FA48-9379-51F2DE9697DD}"/>
              </a:ext>
            </a:extLst>
          </p:cNvPr>
          <p:cNvSpPr/>
          <p:nvPr/>
        </p:nvSpPr>
        <p:spPr>
          <a:xfrm>
            <a:off x="2174525" y="5601749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乘 161">
            <a:extLst>
              <a:ext uri="{FF2B5EF4-FFF2-40B4-BE49-F238E27FC236}">
                <a16:creationId xmlns:a16="http://schemas.microsoft.com/office/drawing/2014/main" id="{13D0D919-C8FC-104D-B369-F132102D3F72}"/>
              </a:ext>
            </a:extLst>
          </p:cNvPr>
          <p:cNvSpPr/>
          <p:nvPr/>
        </p:nvSpPr>
        <p:spPr>
          <a:xfrm>
            <a:off x="1906895" y="4378792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圆角矩形 162">
            <a:extLst>
              <a:ext uri="{FF2B5EF4-FFF2-40B4-BE49-F238E27FC236}">
                <a16:creationId xmlns:a16="http://schemas.microsoft.com/office/drawing/2014/main" id="{9C41138B-E908-5C40-BE42-67B7F049F003}"/>
              </a:ext>
            </a:extLst>
          </p:cNvPr>
          <p:cNvSpPr/>
          <p:nvPr/>
        </p:nvSpPr>
        <p:spPr>
          <a:xfrm>
            <a:off x="1906895" y="4397025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6" name="圆角矩形 165">
            <a:extLst>
              <a:ext uri="{FF2B5EF4-FFF2-40B4-BE49-F238E27FC236}">
                <a16:creationId xmlns:a16="http://schemas.microsoft.com/office/drawing/2014/main" id="{8FB07ECC-3773-564F-8BC1-1EA5AB522E30}"/>
              </a:ext>
            </a:extLst>
          </p:cNvPr>
          <p:cNvSpPr/>
          <p:nvPr/>
        </p:nvSpPr>
        <p:spPr>
          <a:xfrm>
            <a:off x="2943279" y="5242156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圆角矩形 167">
            <a:extLst>
              <a:ext uri="{FF2B5EF4-FFF2-40B4-BE49-F238E27FC236}">
                <a16:creationId xmlns:a16="http://schemas.microsoft.com/office/drawing/2014/main" id="{C8258053-1B8F-6C48-8DA3-8F7713F061F2}"/>
              </a:ext>
            </a:extLst>
          </p:cNvPr>
          <p:cNvSpPr/>
          <p:nvPr/>
        </p:nvSpPr>
        <p:spPr>
          <a:xfrm>
            <a:off x="10056164" y="4891762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0B4F6EE5-99B4-1B42-8809-A61B5A3C492C}"/>
              </a:ext>
            </a:extLst>
          </p:cNvPr>
          <p:cNvSpPr/>
          <p:nvPr/>
        </p:nvSpPr>
        <p:spPr>
          <a:xfrm>
            <a:off x="5185506" y="4421822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B2EAA775-2EBD-1849-BB80-2D0A773ED223}"/>
              </a:ext>
            </a:extLst>
          </p:cNvPr>
          <p:cNvSpPr/>
          <p:nvPr/>
        </p:nvSpPr>
        <p:spPr>
          <a:xfrm>
            <a:off x="10064125" y="4921194"/>
            <a:ext cx="172123" cy="18288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6" name="乘 175">
            <a:extLst>
              <a:ext uri="{FF2B5EF4-FFF2-40B4-BE49-F238E27FC236}">
                <a16:creationId xmlns:a16="http://schemas.microsoft.com/office/drawing/2014/main" id="{3FB13338-B871-E54D-B20F-D6B9A9A82E40}"/>
              </a:ext>
            </a:extLst>
          </p:cNvPr>
          <p:cNvSpPr/>
          <p:nvPr/>
        </p:nvSpPr>
        <p:spPr>
          <a:xfrm>
            <a:off x="10046978" y="5307708"/>
            <a:ext cx="191498" cy="259307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8" name="圆角矩形 177">
            <a:extLst>
              <a:ext uri="{FF2B5EF4-FFF2-40B4-BE49-F238E27FC236}">
                <a16:creationId xmlns:a16="http://schemas.microsoft.com/office/drawing/2014/main" id="{75663504-B923-EC49-9BF1-AEBB7215BA81}"/>
              </a:ext>
            </a:extLst>
          </p:cNvPr>
          <p:cNvSpPr/>
          <p:nvPr/>
        </p:nvSpPr>
        <p:spPr>
          <a:xfrm>
            <a:off x="6235261" y="5242156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27ABBCA2-677F-7947-9B24-EAAA681BAD3B}"/>
              </a:ext>
            </a:extLst>
          </p:cNvPr>
          <p:cNvSpPr/>
          <p:nvPr/>
        </p:nvSpPr>
        <p:spPr>
          <a:xfrm>
            <a:off x="6239210" y="5271674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0" name="圆角矩形 179">
            <a:extLst>
              <a:ext uri="{FF2B5EF4-FFF2-40B4-BE49-F238E27FC236}">
                <a16:creationId xmlns:a16="http://schemas.microsoft.com/office/drawing/2014/main" id="{1004FA2F-78B4-FC46-8AE7-B37767A5E964}"/>
              </a:ext>
            </a:extLst>
          </p:cNvPr>
          <p:cNvSpPr/>
          <p:nvPr/>
        </p:nvSpPr>
        <p:spPr>
          <a:xfrm>
            <a:off x="10048737" y="5672100"/>
            <a:ext cx="201289" cy="24107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1591242C-AAD6-B341-AD23-BDC9CA0AD55B}"/>
              </a:ext>
            </a:extLst>
          </p:cNvPr>
          <p:cNvSpPr/>
          <p:nvPr/>
        </p:nvSpPr>
        <p:spPr>
          <a:xfrm>
            <a:off x="10054327" y="5694510"/>
            <a:ext cx="172123" cy="1828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2" name="直线连接符 201">
            <a:extLst>
              <a:ext uri="{FF2B5EF4-FFF2-40B4-BE49-F238E27FC236}">
                <a16:creationId xmlns:a16="http://schemas.microsoft.com/office/drawing/2014/main" id="{C18CE61F-CE41-384B-A86F-3609947CAC22}"/>
              </a:ext>
            </a:extLst>
          </p:cNvPr>
          <p:cNvCxnSpPr>
            <a:cxnSpLocks/>
          </p:cNvCxnSpPr>
          <p:nvPr/>
        </p:nvCxnSpPr>
        <p:spPr>
          <a:xfrm>
            <a:off x="6519238" y="2689629"/>
            <a:ext cx="0" cy="10642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E842799A-F9B8-9347-9971-9905BFA42159}"/>
              </a:ext>
            </a:extLst>
          </p:cNvPr>
          <p:cNvCxnSpPr/>
          <p:nvPr/>
        </p:nvCxnSpPr>
        <p:spPr>
          <a:xfrm>
            <a:off x="3146923" y="3741396"/>
            <a:ext cx="337345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32516909-8AE3-8940-8565-5770A656404B}"/>
              </a:ext>
            </a:extLst>
          </p:cNvPr>
          <p:cNvCxnSpPr>
            <a:cxnSpLocks/>
          </p:cNvCxnSpPr>
          <p:nvPr/>
        </p:nvCxnSpPr>
        <p:spPr>
          <a:xfrm>
            <a:off x="3157268" y="3727108"/>
            <a:ext cx="0" cy="4453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4" name="图片 213">
            <a:extLst>
              <a:ext uri="{FF2B5EF4-FFF2-40B4-BE49-F238E27FC236}">
                <a16:creationId xmlns:a16="http://schemas.microsoft.com/office/drawing/2014/main" id="{B43B0534-79FC-E24F-9E7B-4A6BD70DC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515" y="2927386"/>
            <a:ext cx="573028" cy="573028"/>
          </a:xfrm>
          <a:prstGeom prst="rect">
            <a:avLst/>
          </a:prstGeom>
        </p:spPr>
      </p:pic>
      <p:sp>
        <p:nvSpPr>
          <p:cNvPr id="215" name="六边形 214">
            <a:extLst>
              <a:ext uri="{FF2B5EF4-FFF2-40B4-BE49-F238E27FC236}">
                <a16:creationId xmlns:a16="http://schemas.microsoft.com/office/drawing/2014/main" id="{9AD9A3FE-335E-DD43-8F8F-C9309464EF30}"/>
              </a:ext>
            </a:extLst>
          </p:cNvPr>
          <p:cNvSpPr/>
          <p:nvPr/>
        </p:nvSpPr>
        <p:spPr>
          <a:xfrm>
            <a:off x="6605347" y="2831158"/>
            <a:ext cx="833127" cy="744028"/>
          </a:xfrm>
          <a:prstGeom prst="hexagon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E0C7437A-0A37-5B4E-A5D5-D740311DAD02}"/>
              </a:ext>
            </a:extLst>
          </p:cNvPr>
          <p:cNvSpPr/>
          <p:nvPr/>
        </p:nvSpPr>
        <p:spPr>
          <a:xfrm>
            <a:off x="4571069" y="2946762"/>
            <a:ext cx="1862061" cy="51281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Mislabel  Detection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412FD59-1174-1C49-8E03-D775F1E50511}"/>
              </a:ext>
            </a:extLst>
          </p:cNvPr>
          <p:cNvSpPr/>
          <p:nvPr/>
        </p:nvSpPr>
        <p:spPr>
          <a:xfrm>
            <a:off x="2216026" y="6059390"/>
            <a:ext cx="1862061" cy="512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Cleaning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81932839-E3D9-884B-94E9-511BF13B259D}"/>
                  </a:ext>
                </a:extLst>
              </p:cNvPr>
              <p:cNvSpPr/>
              <p:nvPr/>
            </p:nvSpPr>
            <p:spPr>
              <a:xfrm>
                <a:off x="5605389" y="6051196"/>
                <a:ext cx="1862061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Cleaned Data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𝒄𝒍𝒆𝒂𝒏𝒆𝒅</m:t>
                          </m:r>
                        </m:sub>
                        <m:sup>
                          <m:r>
                            <a:rPr kumimoji="1"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81932839-E3D9-884B-94E9-511BF13B25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389" y="6051196"/>
                <a:ext cx="1862061" cy="5128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17901C6E-42B2-544B-95ED-A129C7DB64D6}"/>
                  </a:ext>
                </a:extLst>
              </p:cNvPr>
              <p:cNvSpPr/>
              <p:nvPr/>
            </p:nvSpPr>
            <p:spPr>
              <a:xfrm>
                <a:off x="9996397" y="6045088"/>
                <a:ext cx="1733132" cy="51281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𝒄𝒍𝒆𝒂𝒏𝒆𝒅</m:t>
                        </m:r>
                      </m:sub>
                    </m:sSub>
                  </m:oMath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17901C6E-42B2-544B-95ED-A129C7DB6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97" y="6045088"/>
                <a:ext cx="1733132" cy="512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6" name="直线连接符 285">
            <a:extLst>
              <a:ext uri="{FF2B5EF4-FFF2-40B4-BE49-F238E27FC236}">
                <a16:creationId xmlns:a16="http://schemas.microsoft.com/office/drawing/2014/main" id="{1229E7A9-18C6-1241-9F3E-05E7E9EC760B}"/>
              </a:ext>
            </a:extLst>
          </p:cNvPr>
          <p:cNvCxnSpPr>
            <a:cxnSpLocks/>
          </p:cNvCxnSpPr>
          <p:nvPr/>
        </p:nvCxnSpPr>
        <p:spPr>
          <a:xfrm flipH="1">
            <a:off x="8813377" y="553592"/>
            <a:ext cx="201540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线连接符 286">
            <a:extLst>
              <a:ext uri="{FF2B5EF4-FFF2-40B4-BE49-F238E27FC236}">
                <a16:creationId xmlns:a16="http://schemas.microsoft.com/office/drawing/2014/main" id="{08946315-DC43-3E4B-8333-37BD955F33E8}"/>
              </a:ext>
            </a:extLst>
          </p:cNvPr>
          <p:cNvCxnSpPr>
            <a:cxnSpLocks/>
          </p:cNvCxnSpPr>
          <p:nvPr/>
        </p:nvCxnSpPr>
        <p:spPr>
          <a:xfrm>
            <a:off x="9014917" y="553592"/>
            <a:ext cx="236065" cy="2537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直线连接符 287">
            <a:extLst>
              <a:ext uri="{FF2B5EF4-FFF2-40B4-BE49-F238E27FC236}">
                <a16:creationId xmlns:a16="http://schemas.microsoft.com/office/drawing/2014/main" id="{2F67814A-7A13-9E4C-8CDA-5C1A4DA256B3}"/>
              </a:ext>
            </a:extLst>
          </p:cNvPr>
          <p:cNvCxnSpPr>
            <a:cxnSpLocks/>
          </p:cNvCxnSpPr>
          <p:nvPr/>
        </p:nvCxnSpPr>
        <p:spPr>
          <a:xfrm flipH="1">
            <a:off x="8682663" y="937848"/>
            <a:ext cx="130714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直线连接符 288">
            <a:extLst>
              <a:ext uri="{FF2B5EF4-FFF2-40B4-BE49-F238E27FC236}">
                <a16:creationId xmlns:a16="http://schemas.microsoft.com/office/drawing/2014/main" id="{C0D13D44-B2C3-C349-A5BF-E32CFBB2731F}"/>
              </a:ext>
            </a:extLst>
          </p:cNvPr>
          <p:cNvCxnSpPr>
            <a:cxnSpLocks/>
          </p:cNvCxnSpPr>
          <p:nvPr/>
        </p:nvCxnSpPr>
        <p:spPr>
          <a:xfrm>
            <a:off x="8813377" y="937848"/>
            <a:ext cx="103292" cy="3221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线连接符 289">
            <a:extLst>
              <a:ext uri="{FF2B5EF4-FFF2-40B4-BE49-F238E27FC236}">
                <a16:creationId xmlns:a16="http://schemas.microsoft.com/office/drawing/2014/main" id="{12138771-B939-7443-9BCA-EE067646F70C}"/>
              </a:ext>
            </a:extLst>
          </p:cNvPr>
          <p:cNvCxnSpPr>
            <a:cxnSpLocks/>
          </p:cNvCxnSpPr>
          <p:nvPr/>
        </p:nvCxnSpPr>
        <p:spPr>
          <a:xfrm flipH="1">
            <a:off x="9165400" y="937848"/>
            <a:ext cx="85582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椭圆 290">
            <a:extLst>
              <a:ext uri="{FF2B5EF4-FFF2-40B4-BE49-F238E27FC236}">
                <a16:creationId xmlns:a16="http://schemas.microsoft.com/office/drawing/2014/main" id="{4473D1A4-E598-C641-8C87-64CF34908F21}"/>
              </a:ext>
            </a:extLst>
          </p:cNvPr>
          <p:cNvSpPr/>
          <p:nvPr/>
        </p:nvSpPr>
        <p:spPr>
          <a:xfrm>
            <a:off x="8844871" y="1260011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2" name="直线连接符 291">
            <a:extLst>
              <a:ext uri="{FF2B5EF4-FFF2-40B4-BE49-F238E27FC236}">
                <a16:creationId xmlns:a16="http://schemas.microsoft.com/office/drawing/2014/main" id="{F552603A-A3B9-4848-B48D-FC48D7CEF67A}"/>
              </a:ext>
            </a:extLst>
          </p:cNvPr>
          <p:cNvCxnSpPr>
            <a:cxnSpLocks/>
          </p:cNvCxnSpPr>
          <p:nvPr/>
        </p:nvCxnSpPr>
        <p:spPr>
          <a:xfrm>
            <a:off x="9250982" y="937848"/>
            <a:ext cx="161367" cy="3221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3" name="椭圆 292">
            <a:extLst>
              <a:ext uri="{FF2B5EF4-FFF2-40B4-BE49-F238E27FC236}">
                <a16:creationId xmlns:a16="http://schemas.microsoft.com/office/drawing/2014/main" id="{24D3ABB9-8A04-9C48-80F4-9A7937A8CF4C}"/>
              </a:ext>
            </a:extLst>
          </p:cNvPr>
          <p:cNvSpPr/>
          <p:nvPr/>
        </p:nvSpPr>
        <p:spPr>
          <a:xfrm>
            <a:off x="8610865" y="1260010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E08DE584-FFF3-024D-B577-13049892D67F}"/>
              </a:ext>
            </a:extLst>
          </p:cNvPr>
          <p:cNvSpPr/>
          <p:nvPr/>
        </p:nvSpPr>
        <p:spPr>
          <a:xfrm>
            <a:off x="8741579" y="807349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76B3E951-CA01-4340-BF54-833FCC894D69}"/>
              </a:ext>
            </a:extLst>
          </p:cNvPr>
          <p:cNvSpPr/>
          <p:nvPr/>
        </p:nvSpPr>
        <p:spPr>
          <a:xfrm>
            <a:off x="9179184" y="807349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F7B0910D-6937-2449-9438-CEE9D8685E5B}"/>
              </a:ext>
            </a:extLst>
          </p:cNvPr>
          <p:cNvSpPr/>
          <p:nvPr/>
        </p:nvSpPr>
        <p:spPr>
          <a:xfrm>
            <a:off x="8943119" y="42309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9" name="直线连接符 298">
            <a:extLst>
              <a:ext uri="{FF2B5EF4-FFF2-40B4-BE49-F238E27FC236}">
                <a16:creationId xmlns:a16="http://schemas.microsoft.com/office/drawing/2014/main" id="{4365D7D8-E015-4F42-A0F3-E52E37066C57}"/>
              </a:ext>
            </a:extLst>
          </p:cNvPr>
          <p:cNvCxnSpPr>
            <a:cxnSpLocks/>
          </p:cNvCxnSpPr>
          <p:nvPr/>
        </p:nvCxnSpPr>
        <p:spPr>
          <a:xfrm flipH="1">
            <a:off x="8584421" y="1390509"/>
            <a:ext cx="98242" cy="292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线连接符 299">
            <a:extLst>
              <a:ext uri="{FF2B5EF4-FFF2-40B4-BE49-F238E27FC236}">
                <a16:creationId xmlns:a16="http://schemas.microsoft.com/office/drawing/2014/main" id="{F44E3271-76B5-3D45-86A4-7A72BD4CF4B9}"/>
              </a:ext>
            </a:extLst>
          </p:cNvPr>
          <p:cNvCxnSpPr>
            <a:cxnSpLocks/>
          </p:cNvCxnSpPr>
          <p:nvPr/>
        </p:nvCxnSpPr>
        <p:spPr>
          <a:xfrm>
            <a:off x="8682663" y="1390509"/>
            <a:ext cx="121039" cy="292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1" name="椭圆 300">
            <a:extLst>
              <a:ext uri="{FF2B5EF4-FFF2-40B4-BE49-F238E27FC236}">
                <a16:creationId xmlns:a16="http://schemas.microsoft.com/office/drawing/2014/main" id="{96B22811-906C-8B4A-AFC5-AA6D0FCACADE}"/>
              </a:ext>
            </a:extLst>
          </p:cNvPr>
          <p:cNvSpPr/>
          <p:nvPr/>
        </p:nvSpPr>
        <p:spPr>
          <a:xfrm>
            <a:off x="8502999" y="1681246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3" name="直线连接符 302">
            <a:extLst>
              <a:ext uri="{FF2B5EF4-FFF2-40B4-BE49-F238E27FC236}">
                <a16:creationId xmlns:a16="http://schemas.microsoft.com/office/drawing/2014/main" id="{99C5385F-1086-8F45-83AB-FA50C45C6C34}"/>
              </a:ext>
            </a:extLst>
          </p:cNvPr>
          <p:cNvCxnSpPr>
            <a:cxnSpLocks/>
          </p:cNvCxnSpPr>
          <p:nvPr/>
        </p:nvCxnSpPr>
        <p:spPr>
          <a:xfrm flipH="1">
            <a:off x="8818292" y="4489055"/>
            <a:ext cx="201540" cy="253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直线连接符 303">
            <a:extLst>
              <a:ext uri="{FF2B5EF4-FFF2-40B4-BE49-F238E27FC236}">
                <a16:creationId xmlns:a16="http://schemas.microsoft.com/office/drawing/2014/main" id="{248C91F3-77F8-3643-BAD5-B68888B48B1C}"/>
              </a:ext>
            </a:extLst>
          </p:cNvPr>
          <p:cNvCxnSpPr>
            <a:cxnSpLocks/>
          </p:cNvCxnSpPr>
          <p:nvPr/>
        </p:nvCxnSpPr>
        <p:spPr>
          <a:xfrm>
            <a:off x="9019832" y="4489055"/>
            <a:ext cx="236065" cy="253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5" name="直线连接符 304">
            <a:extLst>
              <a:ext uri="{FF2B5EF4-FFF2-40B4-BE49-F238E27FC236}">
                <a16:creationId xmlns:a16="http://schemas.microsoft.com/office/drawing/2014/main" id="{7E832AE3-9569-2847-954A-ACE16BE8D0AD}"/>
              </a:ext>
            </a:extLst>
          </p:cNvPr>
          <p:cNvCxnSpPr>
            <a:cxnSpLocks/>
          </p:cNvCxnSpPr>
          <p:nvPr/>
        </p:nvCxnSpPr>
        <p:spPr>
          <a:xfrm flipH="1">
            <a:off x="8687578" y="4873311"/>
            <a:ext cx="130714" cy="3221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线连接符 305">
            <a:extLst>
              <a:ext uri="{FF2B5EF4-FFF2-40B4-BE49-F238E27FC236}">
                <a16:creationId xmlns:a16="http://schemas.microsoft.com/office/drawing/2014/main" id="{413BA07C-0EA6-9D41-8F9B-4D4531C8AECC}"/>
              </a:ext>
            </a:extLst>
          </p:cNvPr>
          <p:cNvCxnSpPr>
            <a:cxnSpLocks/>
          </p:cNvCxnSpPr>
          <p:nvPr/>
        </p:nvCxnSpPr>
        <p:spPr>
          <a:xfrm>
            <a:off x="8818292" y="4873311"/>
            <a:ext cx="103292" cy="322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直线连接符 306">
            <a:extLst>
              <a:ext uri="{FF2B5EF4-FFF2-40B4-BE49-F238E27FC236}">
                <a16:creationId xmlns:a16="http://schemas.microsoft.com/office/drawing/2014/main" id="{D23F41D1-9892-A14B-8F7E-52EC5AA81CF0}"/>
              </a:ext>
            </a:extLst>
          </p:cNvPr>
          <p:cNvCxnSpPr>
            <a:cxnSpLocks/>
          </p:cNvCxnSpPr>
          <p:nvPr/>
        </p:nvCxnSpPr>
        <p:spPr>
          <a:xfrm flipH="1">
            <a:off x="9170315" y="4873311"/>
            <a:ext cx="85582" cy="3221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8" name="椭圆 307">
            <a:extLst>
              <a:ext uri="{FF2B5EF4-FFF2-40B4-BE49-F238E27FC236}">
                <a16:creationId xmlns:a16="http://schemas.microsoft.com/office/drawing/2014/main" id="{4FDA057E-1F4D-EC43-88BC-C4003931D056}"/>
              </a:ext>
            </a:extLst>
          </p:cNvPr>
          <p:cNvSpPr/>
          <p:nvPr/>
        </p:nvSpPr>
        <p:spPr>
          <a:xfrm>
            <a:off x="8849786" y="5195474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9" name="直线连接符 308">
            <a:extLst>
              <a:ext uri="{FF2B5EF4-FFF2-40B4-BE49-F238E27FC236}">
                <a16:creationId xmlns:a16="http://schemas.microsoft.com/office/drawing/2014/main" id="{E818906A-9A00-8F43-BADA-096FFC4D9973}"/>
              </a:ext>
            </a:extLst>
          </p:cNvPr>
          <p:cNvCxnSpPr>
            <a:cxnSpLocks/>
          </p:cNvCxnSpPr>
          <p:nvPr/>
        </p:nvCxnSpPr>
        <p:spPr>
          <a:xfrm>
            <a:off x="9255897" y="4873311"/>
            <a:ext cx="161367" cy="3221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椭圆 309">
            <a:extLst>
              <a:ext uri="{FF2B5EF4-FFF2-40B4-BE49-F238E27FC236}">
                <a16:creationId xmlns:a16="http://schemas.microsoft.com/office/drawing/2014/main" id="{A2FA0B46-425B-3649-A24C-B968CB2E96B6}"/>
              </a:ext>
            </a:extLst>
          </p:cNvPr>
          <p:cNvSpPr/>
          <p:nvPr/>
        </p:nvSpPr>
        <p:spPr>
          <a:xfrm>
            <a:off x="8615780" y="5195473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1" name="乘 310">
            <a:extLst>
              <a:ext uri="{FF2B5EF4-FFF2-40B4-BE49-F238E27FC236}">
                <a16:creationId xmlns:a16="http://schemas.microsoft.com/office/drawing/2014/main" id="{68CAA912-651F-544F-8AD8-CAEB6123410A}"/>
              </a:ext>
            </a:extLst>
          </p:cNvPr>
          <p:cNvSpPr/>
          <p:nvPr/>
        </p:nvSpPr>
        <p:spPr>
          <a:xfrm>
            <a:off x="9098517" y="5164234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2" name="椭圆 311">
            <a:extLst>
              <a:ext uri="{FF2B5EF4-FFF2-40B4-BE49-F238E27FC236}">
                <a16:creationId xmlns:a16="http://schemas.microsoft.com/office/drawing/2014/main" id="{48B6AEBD-FEBB-4047-901E-3FFBAB4286A6}"/>
              </a:ext>
            </a:extLst>
          </p:cNvPr>
          <p:cNvSpPr/>
          <p:nvPr/>
        </p:nvSpPr>
        <p:spPr>
          <a:xfrm>
            <a:off x="9345466" y="5195473"/>
            <a:ext cx="143595" cy="13049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FDBE87BC-ACE1-BE4E-B359-D3E96D55FCD8}"/>
              </a:ext>
            </a:extLst>
          </p:cNvPr>
          <p:cNvSpPr/>
          <p:nvPr/>
        </p:nvSpPr>
        <p:spPr>
          <a:xfrm>
            <a:off x="8746494" y="474281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4" name="椭圆 313">
            <a:extLst>
              <a:ext uri="{FF2B5EF4-FFF2-40B4-BE49-F238E27FC236}">
                <a16:creationId xmlns:a16="http://schemas.microsoft.com/office/drawing/2014/main" id="{29CC2235-4696-DB45-A504-898C3B3D3121}"/>
              </a:ext>
            </a:extLst>
          </p:cNvPr>
          <p:cNvSpPr/>
          <p:nvPr/>
        </p:nvSpPr>
        <p:spPr>
          <a:xfrm>
            <a:off x="9184099" y="4742812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E4416451-8672-864C-9BEA-7AFBEC46F48F}"/>
              </a:ext>
            </a:extLst>
          </p:cNvPr>
          <p:cNvSpPr/>
          <p:nvPr/>
        </p:nvSpPr>
        <p:spPr>
          <a:xfrm>
            <a:off x="8948034" y="4358556"/>
            <a:ext cx="143595" cy="1304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6" name="直线连接符 315">
            <a:extLst>
              <a:ext uri="{FF2B5EF4-FFF2-40B4-BE49-F238E27FC236}">
                <a16:creationId xmlns:a16="http://schemas.microsoft.com/office/drawing/2014/main" id="{A456628B-CA51-824C-BBDA-311A18827718}"/>
              </a:ext>
            </a:extLst>
          </p:cNvPr>
          <p:cNvCxnSpPr>
            <a:cxnSpLocks/>
          </p:cNvCxnSpPr>
          <p:nvPr/>
        </p:nvCxnSpPr>
        <p:spPr>
          <a:xfrm flipH="1">
            <a:off x="8589336" y="5325972"/>
            <a:ext cx="98242" cy="292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直线连接符 316">
            <a:extLst>
              <a:ext uri="{FF2B5EF4-FFF2-40B4-BE49-F238E27FC236}">
                <a16:creationId xmlns:a16="http://schemas.microsoft.com/office/drawing/2014/main" id="{DCE0AF25-1DFC-094A-A52F-C57204D97052}"/>
              </a:ext>
            </a:extLst>
          </p:cNvPr>
          <p:cNvCxnSpPr>
            <a:cxnSpLocks/>
          </p:cNvCxnSpPr>
          <p:nvPr/>
        </p:nvCxnSpPr>
        <p:spPr>
          <a:xfrm>
            <a:off x="8687578" y="5325972"/>
            <a:ext cx="121039" cy="292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椭圆 317">
            <a:extLst>
              <a:ext uri="{FF2B5EF4-FFF2-40B4-BE49-F238E27FC236}">
                <a16:creationId xmlns:a16="http://schemas.microsoft.com/office/drawing/2014/main" id="{D7B34550-6419-F24A-9157-4F3EAEEFFFE4}"/>
              </a:ext>
            </a:extLst>
          </p:cNvPr>
          <p:cNvSpPr/>
          <p:nvPr/>
        </p:nvSpPr>
        <p:spPr>
          <a:xfrm>
            <a:off x="8507914" y="5616709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98B28224-C386-6A4F-A5F4-E8ED3546A194}"/>
              </a:ext>
            </a:extLst>
          </p:cNvPr>
          <p:cNvSpPr/>
          <p:nvPr/>
        </p:nvSpPr>
        <p:spPr>
          <a:xfrm>
            <a:off x="8747097" y="5616708"/>
            <a:ext cx="143595" cy="130499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0" name="圆角矩形 319">
            <a:extLst>
              <a:ext uri="{FF2B5EF4-FFF2-40B4-BE49-F238E27FC236}">
                <a16:creationId xmlns:a16="http://schemas.microsoft.com/office/drawing/2014/main" id="{ECD1EC14-C021-F84A-AF85-0FE8C77256B9}"/>
              </a:ext>
            </a:extLst>
          </p:cNvPr>
          <p:cNvSpPr/>
          <p:nvPr/>
        </p:nvSpPr>
        <p:spPr>
          <a:xfrm flipH="1">
            <a:off x="8727933" y="5602671"/>
            <a:ext cx="181878" cy="1690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2" name="圆角矩形 321">
            <a:extLst>
              <a:ext uri="{FF2B5EF4-FFF2-40B4-BE49-F238E27FC236}">
                <a16:creationId xmlns:a16="http://schemas.microsoft.com/office/drawing/2014/main" id="{8EADCE17-4E0B-1441-A529-FC82E6B885A7}"/>
              </a:ext>
            </a:extLst>
          </p:cNvPr>
          <p:cNvSpPr/>
          <p:nvPr/>
        </p:nvSpPr>
        <p:spPr>
          <a:xfrm flipH="1">
            <a:off x="9322830" y="5175691"/>
            <a:ext cx="181878" cy="1690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3" name="乘 322">
            <a:extLst>
              <a:ext uri="{FF2B5EF4-FFF2-40B4-BE49-F238E27FC236}">
                <a16:creationId xmlns:a16="http://schemas.microsoft.com/office/drawing/2014/main" id="{C6A7A582-0A31-A947-A0AD-08CE64F287F6}"/>
              </a:ext>
            </a:extLst>
          </p:cNvPr>
          <p:cNvSpPr/>
          <p:nvPr/>
        </p:nvSpPr>
        <p:spPr>
          <a:xfrm>
            <a:off x="8742169" y="1662929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4" name="乘 323">
            <a:extLst>
              <a:ext uri="{FF2B5EF4-FFF2-40B4-BE49-F238E27FC236}">
                <a16:creationId xmlns:a16="http://schemas.microsoft.com/office/drawing/2014/main" id="{165B2393-74A6-EB48-97D5-29BC341C70BA}"/>
              </a:ext>
            </a:extLst>
          </p:cNvPr>
          <p:cNvSpPr/>
          <p:nvPr/>
        </p:nvSpPr>
        <p:spPr>
          <a:xfrm>
            <a:off x="9093124" y="1229249"/>
            <a:ext cx="150204" cy="168224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5" name="乘 324">
            <a:extLst>
              <a:ext uri="{FF2B5EF4-FFF2-40B4-BE49-F238E27FC236}">
                <a16:creationId xmlns:a16="http://schemas.microsoft.com/office/drawing/2014/main" id="{A99AC38E-D514-A24C-983B-18314505B9E2}"/>
              </a:ext>
            </a:extLst>
          </p:cNvPr>
          <p:cNvSpPr/>
          <p:nvPr/>
        </p:nvSpPr>
        <p:spPr>
          <a:xfrm>
            <a:off x="9335273" y="1229074"/>
            <a:ext cx="150204" cy="168224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FBC4D8EE-8D68-3245-B919-3FDE99279499}"/>
              </a:ext>
            </a:extLst>
          </p:cNvPr>
          <p:cNvSpPr/>
          <p:nvPr/>
        </p:nvSpPr>
        <p:spPr>
          <a:xfrm>
            <a:off x="8407169" y="6039009"/>
            <a:ext cx="1352666" cy="512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 Interpretation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7D6A6DF3-B259-D041-A979-D5616DE4C86B}"/>
              </a:ext>
            </a:extLst>
          </p:cNvPr>
          <p:cNvCxnSpPr>
            <a:cxnSpLocks/>
          </p:cNvCxnSpPr>
          <p:nvPr/>
        </p:nvCxnSpPr>
        <p:spPr>
          <a:xfrm>
            <a:off x="9633277" y="1267871"/>
            <a:ext cx="29962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直线箭头连接符 335">
            <a:extLst>
              <a:ext uri="{FF2B5EF4-FFF2-40B4-BE49-F238E27FC236}">
                <a16:creationId xmlns:a16="http://schemas.microsoft.com/office/drawing/2014/main" id="{AAA01857-503D-974D-BAC9-F7CD451FA784}"/>
              </a:ext>
            </a:extLst>
          </p:cNvPr>
          <p:cNvCxnSpPr>
            <a:cxnSpLocks/>
          </p:cNvCxnSpPr>
          <p:nvPr/>
        </p:nvCxnSpPr>
        <p:spPr>
          <a:xfrm>
            <a:off x="9654196" y="5139798"/>
            <a:ext cx="29962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7" name="文本框 336">
            <a:extLst>
              <a:ext uri="{FF2B5EF4-FFF2-40B4-BE49-F238E27FC236}">
                <a16:creationId xmlns:a16="http://schemas.microsoft.com/office/drawing/2014/main" id="{4EE0113A-BADE-0947-807A-24D2CE1A4E88}"/>
              </a:ext>
            </a:extLst>
          </p:cNvPr>
          <p:cNvSpPr txBox="1"/>
          <p:nvPr/>
        </p:nvSpPr>
        <p:spPr>
          <a:xfrm>
            <a:off x="8402325" y="5725157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2386C1-6721-C04F-A3B9-B5554E07E786}"/>
              </a:ext>
            </a:extLst>
          </p:cNvPr>
          <p:cNvSpPr txBox="1"/>
          <p:nvPr/>
        </p:nvSpPr>
        <p:spPr>
          <a:xfrm>
            <a:off x="8726365" y="5734989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0744B6E1-65A0-A84F-87C7-6356FBBF3DB1}"/>
              </a:ext>
            </a:extLst>
          </p:cNvPr>
          <p:cNvSpPr txBox="1"/>
          <p:nvPr/>
        </p:nvSpPr>
        <p:spPr>
          <a:xfrm>
            <a:off x="8753274" y="530770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091E92E4-D219-7345-B692-9DED23C17F76}"/>
              </a:ext>
            </a:extLst>
          </p:cNvPr>
          <p:cNvSpPr txBox="1"/>
          <p:nvPr/>
        </p:nvSpPr>
        <p:spPr>
          <a:xfrm>
            <a:off x="9010734" y="5305408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96D4742C-3A40-7444-9A1D-82E8E0154BDC}"/>
              </a:ext>
            </a:extLst>
          </p:cNvPr>
          <p:cNvSpPr txBox="1"/>
          <p:nvPr/>
        </p:nvSpPr>
        <p:spPr>
          <a:xfrm>
            <a:off x="9321487" y="5319100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DFF7700E-7CC1-9F4B-8360-F2CE5DAA48D9}"/>
              </a:ext>
            </a:extLst>
          </p:cNvPr>
          <p:cNvSpPr txBox="1"/>
          <p:nvPr/>
        </p:nvSpPr>
        <p:spPr>
          <a:xfrm>
            <a:off x="8377913" y="1794215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R1</a:t>
            </a:r>
            <a:endParaRPr kumimoji="1" lang="zh-CN" altLang="en-US" sz="800" b="1" i="1" dirty="0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612AF833-7315-A640-A028-4F09B31859B4}"/>
              </a:ext>
            </a:extLst>
          </p:cNvPr>
          <p:cNvSpPr txBox="1"/>
          <p:nvPr/>
        </p:nvSpPr>
        <p:spPr>
          <a:xfrm>
            <a:off x="8693347" y="1783435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R2</a:t>
            </a:r>
            <a:endParaRPr kumimoji="1" lang="zh-CN" altLang="en-US" sz="800" b="1" i="1" dirty="0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6BC60F90-A46A-7A41-8BCC-562491104664}"/>
              </a:ext>
            </a:extLst>
          </p:cNvPr>
          <p:cNvSpPr txBox="1"/>
          <p:nvPr/>
        </p:nvSpPr>
        <p:spPr>
          <a:xfrm>
            <a:off x="8752947" y="1360954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R3</a:t>
            </a:r>
            <a:endParaRPr kumimoji="1" lang="zh-CN" altLang="en-US" sz="800" b="1" i="1" dirty="0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20CD055F-0895-0844-B3AE-C0D00C4437BE}"/>
              </a:ext>
            </a:extLst>
          </p:cNvPr>
          <p:cNvSpPr txBox="1"/>
          <p:nvPr/>
        </p:nvSpPr>
        <p:spPr>
          <a:xfrm>
            <a:off x="8988466" y="1349506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R4</a:t>
            </a:r>
            <a:endParaRPr kumimoji="1" lang="zh-CN" altLang="en-US" sz="800" b="1" i="1" dirty="0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7D93CB03-55D8-7C49-8FBE-71AA27AC1260}"/>
              </a:ext>
            </a:extLst>
          </p:cNvPr>
          <p:cNvSpPr txBox="1"/>
          <p:nvPr/>
        </p:nvSpPr>
        <p:spPr>
          <a:xfrm>
            <a:off x="9302275" y="1351631"/>
            <a:ext cx="597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R5</a:t>
            </a:r>
            <a:endParaRPr kumimoji="1" lang="zh-CN" altLang="en-US" sz="800" b="1" i="1" dirty="0"/>
          </a:p>
        </p:txBody>
      </p:sp>
    </p:spTree>
    <p:extLst>
      <p:ext uri="{BB962C8B-B14F-4D97-AF65-F5344CB8AC3E}">
        <p14:creationId xmlns:p14="http://schemas.microsoft.com/office/powerpoint/2010/main" val="146208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105</Words>
  <Application>Microsoft Macintosh PowerPoint</Application>
  <PresentationFormat>宽屏</PresentationFormat>
  <Paragraphs>54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91</cp:revision>
  <dcterms:created xsi:type="dcterms:W3CDTF">2025-02-12T08:56:19Z</dcterms:created>
  <dcterms:modified xsi:type="dcterms:W3CDTF">2025-03-09T12:33:01Z</dcterms:modified>
</cp:coreProperties>
</file>