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281"/>
  </p:normalViewPr>
  <p:slideViewPr>
    <p:cSldViewPr snapToGrid="0" snapToObjects="1">
      <p:cViewPr varScale="1">
        <p:scale>
          <a:sx n="125" d="100"/>
          <a:sy n="125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28470-1C17-BB44-9ECE-851DB7C42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18421C-9002-EC4D-B6B9-EB1D8137A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543C6-B85B-444A-9B85-B6AF598B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382C5-0235-6342-820C-862F7BEA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1498C-ADFF-E245-9FD2-88B4E079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7115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72A14-AE18-0449-9CE8-6BFA83DB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57C7F5-9036-9F45-B4EC-D54B8B26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CEEB6E-A262-3A4D-B5E0-201F87F7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9273C3-9C11-7045-BDC7-1D106DBE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84022-90F8-D347-83C4-E43321AD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877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55EB4-0809-9C4D-A345-DDC45C187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8FC2CF-808C-1F4C-829C-0429231B7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DEBA8-CFD4-9B43-9E3B-C286CD7D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B59EE0-4E64-5E4D-9A01-F2B79C292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60DCB-140A-D94E-BC11-247197F0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011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DF163-353A-7949-A0BA-AE516ED7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62B03-F4C3-654B-953F-FF73F1AAD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AE6109-AD9F-C34D-927C-6377F0B98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04A344-E9AD-1B47-8175-BFC6B8ED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933624-8A82-5743-97CF-8A629B91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DB50C3-E3B5-1A44-8F17-E2262696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2305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BD7E1-3B28-9D4D-91B3-DEB9488F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EA92F3-335B-3641-A185-206A8DEC5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ADE39-7439-0345-8CBC-551A6A734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83CC62-A4C1-0C40-A44E-E20C183A9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3418AD-CDFE-EC4A-A801-CBB65ECA9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9A8525-6466-864E-A925-E3900470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AE80C6-B644-1040-B097-4967679E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15E7EE-3644-1940-ADB7-82E84D3E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947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1C05B-9A48-8340-A1B4-71DF343D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9756EE-F281-034F-B042-49095C36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0D63B6-5C77-7842-BDE5-3CD37349E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DF6B06-1B55-C34A-AAC2-4B0777FB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055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F0FF6C-6736-8249-9B24-462AFD11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FB61A-EBC1-4E45-B88C-6E1A2987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C2A4FD-ED88-9847-B44F-9AE948F7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8806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96200-7A9C-5343-9F17-AB3FBB3E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47730E-14B2-0945-8EB2-E52AD7AE9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E90086-AD93-0646-9F38-62556A158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B002A0-B14B-064D-8B32-0020467B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25DAD7-6B02-B24F-B1AA-D099A025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66150B-19F6-B442-8BF2-13DEB0C5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776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33D2D-5DC5-004E-A0D8-64CB5104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EF15FF-47EB-FE4C-A5F7-5E2E04DCB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527ABF-1EC3-D84F-A90A-5F37429D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8449F-FA27-B944-9FDD-CEBDB582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5613E-8DB3-144A-A8B6-74488C9E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FF0625-87FA-534C-A725-8A872781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46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E8C9A0-6AD0-A044-8714-9564A467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C4D6E7-53D6-9045-B90D-73061FABD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008F79-305B-B240-A3FF-0A0A7CBF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49AAC-40E5-F343-81D7-70069B92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89FEB-D975-5441-B91D-05C3E16D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850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F98483-EDCE-6D4A-8A06-60C5A597F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D24815-1A36-854C-A92B-9139EB8C2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3A4703-91A4-684A-A28F-4D5B9CAED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15F68-4322-FA4D-87A1-35CE21A6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EA076-291F-FD46-8E19-8916001C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015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C85F16-039F-A44E-9963-D220055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DF9EA0-A7F0-2942-929E-B74D147D9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75EBA-5290-5340-BAC8-D1314536B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FF672-0657-4347-8090-C68DDC678C94}" type="datetimeFigureOut">
              <a:rPr kumimoji="1" lang="zh-CN" altLang="en-US" smtClean="0"/>
              <a:t>2025/12/3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3285B-A9B1-514D-B108-4CCF2F814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3ACA89-A567-1C4C-A33D-3764A7F8D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1AFAA-150A-1F4F-9DB4-2E87010DD62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996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圆角矩形 142">
            <a:extLst>
              <a:ext uri="{FF2B5EF4-FFF2-40B4-BE49-F238E27FC236}">
                <a16:creationId xmlns:a16="http://schemas.microsoft.com/office/drawing/2014/main" id="{C8CDA3E7-D6A1-5E46-8080-B944C0431D29}"/>
              </a:ext>
            </a:extLst>
          </p:cNvPr>
          <p:cNvSpPr/>
          <p:nvPr/>
        </p:nvSpPr>
        <p:spPr>
          <a:xfrm>
            <a:off x="84561" y="1360966"/>
            <a:ext cx="11961628" cy="4025637"/>
          </a:xfrm>
          <a:prstGeom prst="roundRect">
            <a:avLst/>
          </a:prstGeom>
          <a:solidFill>
            <a:srgbClr val="F6F6F6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4A0CCA-FAC7-CE4B-94FD-D68568D9C1A2}"/>
              </a:ext>
            </a:extLst>
          </p:cNvPr>
          <p:cNvSpPr/>
          <p:nvPr/>
        </p:nvSpPr>
        <p:spPr>
          <a:xfrm>
            <a:off x="328718" y="198727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4805C295-DBFD-C049-8411-46C40BFADABE}"/>
              </a:ext>
            </a:extLst>
          </p:cNvPr>
          <p:cNvSpPr/>
          <p:nvPr/>
        </p:nvSpPr>
        <p:spPr>
          <a:xfrm>
            <a:off x="614428" y="228262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0D6E16D6-DB5D-5B4F-A6E9-7A7B879F8D9F}"/>
              </a:ext>
            </a:extLst>
          </p:cNvPr>
          <p:cNvSpPr/>
          <p:nvPr/>
        </p:nvSpPr>
        <p:spPr>
          <a:xfrm>
            <a:off x="998024" y="409022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EF00C65A-9E2A-5840-9177-EA62C6195A79}"/>
              </a:ext>
            </a:extLst>
          </p:cNvPr>
          <p:cNvSpPr/>
          <p:nvPr/>
        </p:nvSpPr>
        <p:spPr>
          <a:xfrm>
            <a:off x="2360103" y="251839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三角形 14">
            <a:extLst>
              <a:ext uri="{FF2B5EF4-FFF2-40B4-BE49-F238E27FC236}">
                <a16:creationId xmlns:a16="http://schemas.microsoft.com/office/drawing/2014/main" id="{074105EF-2186-5E4B-94DD-BC0CAE255F01}"/>
              </a:ext>
            </a:extLst>
          </p:cNvPr>
          <p:cNvSpPr/>
          <p:nvPr/>
        </p:nvSpPr>
        <p:spPr>
          <a:xfrm>
            <a:off x="2065403" y="451885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11B554DD-4A55-6344-8971-F5449C2137F8}"/>
              </a:ext>
            </a:extLst>
          </p:cNvPr>
          <p:cNvSpPr/>
          <p:nvPr/>
        </p:nvSpPr>
        <p:spPr>
          <a:xfrm>
            <a:off x="2366602" y="430655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A591E0DA-DB96-6B44-B5C8-912F2790FDA6}"/>
              </a:ext>
            </a:extLst>
          </p:cNvPr>
          <p:cNvSpPr/>
          <p:nvPr/>
        </p:nvSpPr>
        <p:spPr>
          <a:xfrm>
            <a:off x="731476" y="269942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04087BF9-E36D-F24D-ACF6-E402E36F1AA2}"/>
              </a:ext>
            </a:extLst>
          </p:cNvPr>
          <p:cNvSpPr/>
          <p:nvPr/>
        </p:nvSpPr>
        <p:spPr>
          <a:xfrm>
            <a:off x="422846" y="276319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F2E3C4D-1A67-5047-B146-B8158F9E9ED3}"/>
              </a:ext>
            </a:extLst>
          </p:cNvPr>
          <p:cNvSpPr/>
          <p:nvPr/>
        </p:nvSpPr>
        <p:spPr>
          <a:xfrm>
            <a:off x="1453921" y="275427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583E054-38DC-3842-AC99-B1F4587C386F}"/>
              </a:ext>
            </a:extLst>
          </p:cNvPr>
          <p:cNvSpPr/>
          <p:nvPr/>
        </p:nvSpPr>
        <p:spPr>
          <a:xfrm>
            <a:off x="1784395" y="318115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CFB6059-65C3-F34D-8743-8D2C7C7A914D}"/>
              </a:ext>
            </a:extLst>
          </p:cNvPr>
          <p:cNvSpPr/>
          <p:nvPr/>
        </p:nvSpPr>
        <p:spPr>
          <a:xfrm>
            <a:off x="1284862" y="358155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D972543-96D8-F54B-9FF9-882CC3FDD98E}"/>
              </a:ext>
            </a:extLst>
          </p:cNvPr>
          <p:cNvSpPr/>
          <p:nvPr/>
        </p:nvSpPr>
        <p:spPr>
          <a:xfrm>
            <a:off x="1775929" y="379922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1F434F8-86A1-D244-BEB4-87BA21927F05}"/>
              </a:ext>
            </a:extLst>
          </p:cNvPr>
          <p:cNvSpPr/>
          <p:nvPr/>
        </p:nvSpPr>
        <p:spPr>
          <a:xfrm>
            <a:off x="2080729" y="346301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E4FCAAE-0F52-0047-B9BF-D8FFF57ED700}"/>
              </a:ext>
            </a:extLst>
          </p:cNvPr>
          <p:cNvSpPr/>
          <p:nvPr/>
        </p:nvSpPr>
        <p:spPr>
          <a:xfrm>
            <a:off x="1640462" y="408709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FB5FA96-8FEC-CF40-8ABE-1C7F58672D7B}"/>
              </a:ext>
            </a:extLst>
          </p:cNvPr>
          <p:cNvSpPr/>
          <p:nvPr/>
        </p:nvSpPr>
        <p:spPr>
          <a:xfrm>
            <a:off x="2004528" y="4222561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124C4E8-4018-2C46-B05F-86D7F04296D3}"/>
              </a:ext>
            </a:extLst>
          </p:cNvPr>
          <p:cNvSpPr/>
          <p:nvPr/>
        </p:nvSpPr>
        <p:spPr>
          <a:xfrm>
            <a:off x="1115255" y="31183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AA417DED-EB97-124C-B1C9-10AA301862F2}"/>
              </a:ext>
            </a:extLst>
          </p:cNvPr>
          <p:cNvSpPr/>
          <p:nvPr/>
        </p:nvSpPr>
        <p:spPr>
          <a:xfrm>
            <a:off x="811547" y="363016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40ABBFF-4A98-3D46-99B6-D8F5BD01C3EB}"/>
              </a:ext>
            </a:extLst>
          </p:cNvPr>
          <p:cNvCxnSpPr>
            <a:cxnSpLocks/>
          </p:cNvCxnSpPr>
          <p:nvPr/>
        </p:nvCxnSpPr>
        <p:spPr>
          <a:xfrm flipV="1">
            <a:off x="2623661" y="3404536"/>
            <a:ext cx="466729" cy="1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78C1955-EEB8-954B-9711-050FFA24F76C}"/>
              </a:ext>
            </a:extLst>
          </p:cNvPr>
          <p:cNvSpPr/>
          <p:nvPr/>
        </p:nvSpPr>
        <p:spPr>
          <a:xfrm>
            <a:off x="506918" y="1471397"/>
            <a:ext cx="4820380" cy="373442"/>
          </a:xfrm>
          <a:prstGeom prst="rect">
            <a:avLst/>
          </a:prstGeom>
          <a:noFill/>
          <a:ln w="12700">
            <a:noFill/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LOF Detection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774DFA2-B08D-7F46-8EA8-4513C3DEC19F}"/>
              </a:ext>
            </a:extLst>
          </p:cNvPr>
          <p:cNvSpPr/>
          <p:nvPr/>
        </p:nvSpPr>
        <p:spPr>
          <a:xfrm>
            <a:off x="5596337" y="1468118"/>
            <a:ext cx="2980998" cy="382115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Misclassification Identification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4E74495-BB35-AF4A-A677-E7FD4BCC3229}"/>
              </a:ext>
            </a:extLst>
          </p:cNvPr>
          <p:cNvSpPr/>
          <p:nvPr/>
        </p:nvSpPr>
        <p:spPr>
          <a:xfrm>
            <a:off x="1431667" y="326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三角形 78">
            <a:extLst>
              <a:ext uri="{FF2B5EF4-FFF2-40B4-BE49-F238E27FC236}">
                <a16:creationId xmlns:a16="http://schemas.microsoft.com/office/drawing/2014/main" id="{E98D41E6-FF9A-ED4B-80CC-49F3482C764E}"/>
              </a:ext>
            </a:extLst>
          </p:cNvPr>
          <p:cNvSpPr/>
          <p:nvPr/>
        </p:nvSpPr>
        <p:spPr>
          <a:xfrm>
            <a:off x="2021193" y="221766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三角形 79">
            <a:extLst>
              <a:ext uri="{FF2B5EF4-FFF2-40B4-BE49-F238E27FC236}">
                <a16:creationId xmlns:a16="http://schemas.microsoft.com/office/drawing/2014/main" id="{5522DA48-0AE0-2F4B-AE4B-AD2A47C3EFF2}"/>
              </a:ext>
            </a:extLst>
          </p:cNvPr>
          <p:cNvSpPr/>
          <p:nvPr/>
        </p:nvSpPr>
        <p:spPr>
          <a:xfrm>
            <a:off x="1535183" y="213573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三角形 80">
            <a:extLst>
              <a:ext uri="{FF2B5EF4-FFF2-40B4-BE49-F238E27FC236}">
                <a16:creationId xmlns:a16="http://schemas.microsoft.com/office/drawing/2014/main" id="{EED5D638-BD4B-0745-B5DB-194BF1097CD0}"/>
              </a:ext>
            </a:extLst>
          </p:cNvPr>
          <p:cNvSpPr/>
          <p:nvPr/>
        </p:nvSpPr>
        <p:spPr>
          <a:xfrm>
            <a:off x="660314" y="443459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41271AAB-036D-8649-9171-F86DC085AE2B}"/>
              </a:ext>
            </a:extLst>
          </p:cNvPr>
          <p:cNvSpPr/>
          <p:nvPr/>
        </p:nvSpPr>
        <p:spPr>
          <a:xfrm>
            <a:off x="630397" y="30355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3779B59-B019-A74C-B33E-EF9B8CDF0C49}"/>
              </a:ext>
            </a:extLst>
          </p:cNvPr>
          <p:cNvSpPr/>
          <p:nvPr/>
        </p:nvSpPr>
        <p:spPr>
          <a:xfrm>
            <a:off x="3129234" y="199152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三角形 84">
            <a:extLst>
              <a:ext uri="{FF2B5EF4-FFF2-40B4-BE49-F238E27FC236}">
                <a16:creationId xmlns:a16="http://schemas.microsoft.com/office/drawing/2014/main" id="{47BF6528-4BE8-1243-B453-9E8F208CB3CE}"/>
              </a:ext>
            </a:extLst>
          </p:cNvPr>
          <p:cNvSpPr/>
          <p:nvPr/>
        </p:nvSpPr>
        <p:spPr>
          <a:xfrm>
            <a:off x="3414944" y="228687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乘 85">
            <a:extLst>
              <a:ext uri="{FF2B5EF4-FFF2-40B4-BE49-F238E27FC236}">
                <a16:creationId xmlns:a16="http://schemas.microsoft.com/office/drawing/2014/main" id="{167EBB41-B55A-9144-9F37-1C0EF22F04F3}"/>
              </a:ext>
            </a:extLst>
          </p:cNvPr>
          <p:cNvSpPr/>
          <p:nvPr/>
        </p:nvSpPr>
        <p:spPr>
          <a:xfrm>
            <a:off x="3739547" y="405514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三角形 86">
            <a:extLst>
              <a:ext uri="{FF2B5EF4-FFF2-40B4-BE49-F238E27FC236}">
                <a16:creationId xmlns:a16="http://schemas.microsoft.com/office/drawing/2014/main" id="{813DA44E-2D1B-5C44-BAE1-5D9D6B26EEBE}"/>
              </a:ext>
            </a:extLst>
          </p:cNvPr>
          <p:cNvSpPr/>
          <p:nvPr/>
        </p:nvSpPr>
        <p:spPr>
          <a:xfrm>
            <a:off x="5160619" y="252264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三角形 87">
            <a:extLst>
              <a:ext uri="{FF2B5EF4-FFF2-40B4-BE49-F238E27FC236}">
                <a16:creationId xmlns:a16="http://schemas.microsoft.com/office/drawing/2014/main" id="{CB111BFF-7739-D949-8E9E-39816BF0387D}"/>
              </a:ext>
            </a:extLst>
          </p:cNvPr>
          <p:cNvSpPr/>
          <p:nvPr/>
        </p:nvSpPr>
        <p:spPr>
          <a:xfrm>
            <a:off x="4865919" y="452310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三角形 88">
            <a:extLst>
              <a:ext uri="{FF2B5EF4-FFF2-40B4-BE49-F238E27FC236}">
                <a16:creationId xmlns:a16="http://schemas.microsoft.com/office/drawing/2014/main" id="{6C07C2F5-1FFA-2141-8E51-16FD7753714E}"/>
              </a:ext>
            </a:extLst>
          </p:cNvPr>
          <p:cNvSpPr/>
          <p:nvPr/>
        </p:nvSpPr>
        <p:spPr>
          <a:xfrm>
            <a:off x="5167118" y="431080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乘 89">
            <a:extLst>
              <a:ext uri="{FF2B5EF4-FFF2-40B4-BE49-F238E27FC236}">
                <a16:creationId xmlns:a16="http://schemas.microsoft.com/office/drawing/2014/main" id="{6E02A607-1BDB-5547-829E-E2ACD2F3AE60}"/>
              </a:ext>
            </a:extLst>
          </p:cNvPr>
          <p:cNvSpPr/>
          <p:nvPr/>
        </p:nvSpPr>
        <p:spPr>
          <a:xfrm>
            <a:off x="3531991" y="262501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三角形 90">
            <a:extLst>
              <a:ext uri="{FF2B5EF4-FFF2-40B4-BE49-F238E27FC236}">
                <a16:creationId xmlns:a16="http://schemas.microsoft.com/office/drawing/2014/main" id="{5233F9B5-2ABC-144F-AD6A-07A5DE3E095B}"/>
              </a:ext>
            </a:extLst>
          </p:cNvPr>
          <p:cNvSpPr/>
          <p:nvPr/>
        </p:nvSpPr>
        <p:spPr>
          <a:xfrm>
            <a:off x="3223362" y="276744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2B220EA2-EBAB-C944-B7E9-36D3B607C4F1}"/>
              </a:ext>
            </a:extLst>
          </p:cNvPr>
          <p:cNvSpPr/>
          <p:nvPr/>
        </p:nvSpPr>
        <p:spPr>
          <a:xfrm>
            <a:off x="4254437" y="275852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23C9D6F-5B66-054C-AE87-10E75AB09E10}"/>
              </a:ext>
            </a:extLst>
          </p:cNvPr>
          <p:cNvSpPr/>
          <p:nvPr/>
        </p:nvSpPr>
        <p:spPr>
          <a:xfrm>
            <a:off x="4584911" y="318540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6124544-5BCE-1641-9F09-497B352DFAA6}"/>
              </a:ext>
            </a:extLst>
          </p:cNvPr>
          <p:cNvSpPr/>
          <p:nvPr/>
        </p:nvSpPr>
        <p:spPr>
          <a:xfrm>
            <a:off x="4085378" y="358580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D45BB813-7AC8-BA40-A90A-BF36ED0A1FBD}"/>
              </a:ext>
            </a:extLst>
          </p:cNvPr>
          <p:cNvSpPr/>
          <p:nvPr/>
        </p:nvSpPr>
        <p:spPr>
          <a:xfrm>
            <a:off x="4576445" y="380347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0296CF6A-F035-5A4F-92F8-FB06DB806098}"/>
              </a:ext>
            </a:extLst>
          </p:cNvPr>
          <p:cNvSpPr/>
          <p:nvPr/>
        </p:nvSpPr>
        <p:spPr>
          <a:xfrm>
            <a:off x="4881245" y="346726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9A01703D-5FA8-B54D-9FA2-F5A0E681AD4B}"/>
              </a:ext>
            </a:extLst>
          </p:cNvPr>
          <p:cNvSpPr/>
          <p:nvPr/>
        </p:nvSpPr>
        <p:spPr>
          <a:xfrm>
            <a:off x="4440978" y="409134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乘 97">
            <a:extLst>
              <a:ext uri="{FF2B5EF4-FFF2-40B4-BE49-F238E27FC236}">
                <a16:creationId xmlns:a16="http://schemas.microsoft.com/office/drawing/2014/main" id="{4BDE8A7F-19BF-B248-9E8E-DDE757BA83EA}"/>
              </a:ext>
            </a:extLst>
          </p:cNvPr>
          <p:cNvSpPr/>
          <p:nvPr/>
        </p:nvSpPr>
        <p:spPr>
          <a:xfrm>
            <a:off x="4795212" y="4148155"/>
            <a:ext cx="201600" cy="291600"/>
          </a:xfrm>
          <a:prstGeom prst="mathMultiply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72AD58D-4406-FB4F-A39B-C7EC1C4135BA}"/>
              </a:ext>
            </a:extLst>
          </p:cNvPr>
          <p:cNvSpPr/>
          <p:nvPr/>
        </p:nvSpPr>
        <p:spPr>
          <a:xfrm>
            <a:off x="3915771" y="312259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A08DA2BB-9040-5840-A6D3-F93D5A711DD5}"/>
              </a:ext>
            </a:extLst>
          </p:cNvPr>
          <p:cNvSpPr/>
          <p:nvPr/>
        </p:nvSpPr>
        <p:spPr>
          <a:xfrm>
            <a:off x="3612063" y="363441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A0449FF-8B17-1B44-8B06-66617A78D5B4}"/>
              </a:ext>
            </a:extLst>
          </p:cNvPr>
          <p:cNvSpPr/>
          <p:nvPr/>
        </p:nvSpPr>
        <p:spPr>
          <a:xfrm>
            <a:off x="4232183" y="326836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三角形 101">
            <a:extLst>
              <a:ext uri="{FF2B5EF4-FFF2-40B4-BE49-F238E27FC236}">
                <a16:creationId xmlns:a16="http://schemas.microsoft.com/office/drawing/2014/main" id="{F22C3D23-545C-9946-B9A6-1C0AC53F2E66}"/>
              </a:ext>
            </a:extLst>
          </p:cNvPr>
          <p:cNvSpPr/>
          <p:nvPr/>
        </p:nvSpPr>
        <p:spPr>
          <a:xfrm>
            <a:off x="4821709" y="222191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三角形 102">
            <a:extLst>
              <a:ext uri="{FF2B5EF4-FFF2-40B4-BE49-F238E27FC236}">
                <a16:creationId xmlns:a16="http://schemas.microsoft.com/office/drawing/2014/main" id="{F2D4C56F-CDC1-A845-96F4-D45CACBB5342}"/>
              </a:ext>
            </a:extLst>
          </p:cNvPr>
          <p:cNvSpPr/>
          <p:nvPr/>
        </p:nvSpPr>
        <p:spPr>
          <a:xfrm>
            <a:off x="4335699" y="213998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三角形 103">
            <a:extLst>
              <a:ext uri="{FF2B5EF4-FFF2-40B4-BE49-F238E27FC236}">
                <a16:creationId xmlns:a16="http://schemas.microsoft.com/office/drawing/2014/main" id="{797A6433-B88F-E845-8FA4-AAAAB58C1C18}"/>
              </a:ext>
            </a:extLst>
          </p:cNvPr>
          <p:cNvSpPr/>
          <p:nvPr/>
        </p:nvSpPr>
        <p:spPr>
          <a:xfrm>
            <a:off x="3460830" y="443884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乘 104">
            <a:extLst>
              <a:ext uri="{FF2B5EF4-FFF2-40B4-BE49-F238E27FC236}">
                <a16:creationId xmlns:a16="http://schemas.microsoft.com/office/drawing/2014/main" id="{3BE0B2F7-9A1A-CD45-8CE8-6DDB630632EB}"/>
              </a:ext>
            </a:extLst>
          </p:cNvPr>
          <p:cNvSpPr/>
          <p:nvPr/>
        </p:nvSpPr>
        <p:spPr>
          <a:xfrm>
            <a:off x="3430913" y="3000464"/>
            <a:ext cx="201600" cy="291600"/>
          </a:xfrm>
          <a:prstGeom prst="mathMultiply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4907805-D5F1-FD43-BB4A-1EB503B8FDF0}"/>
              </a:ext>
            </a:extLst>
          </p:cNvPr>
          <p:cNvSpPr/>
          <p:nvPr/>
        </p:nvSpPr>
        <p:spPr>
          <a:xfrm>
            <a:off x="5928715" y="1987272"/>
            <a:ext cx="2294943" cy="2804763"/>
          </a:xfrm>
          <a:prstGeom prst="rect">
            <a:avLst/>
          </a:prstGeom>
          <a:solidFill>
            <a:srgbClr val="E8F9F5"/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三角形 106">
            <a:extLst>
              <a:ext uri="{FF2B5EF4-FFF2-40B4-BE49-F238E27FC236}">
                <a16:creationId xmlns:a16="http://schemas.microsoft.com/office/drawing/2014/main" id="{54128E40-6771-5343-86FA-743BB3B2C43C}"/>
              </a:ext>
            </a:extLst>
          </p:cNvPr>
          <p:cNvSpPr/>
          <p:nvPr/>
        </p:nvSpPr>
        <p:spPr>
          <a:xfrm>
            <a:off x="6214425" y="2282620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乘 107">
            <a:extLst>
              <a:ext uri="{FF2B5EF4-FFF2-40B4-BE49-F238E27FC236}">
                <a16:creationId xmlns:a16="http://schemas.microsoft.com/office/drawing/2014/main" id="{77BBFA94-C27B-424E-8C5D-76109F16D2B2}"/>
              </a:ext>
            </a:extLst>
          </p:cNvPr>
          <p:cNvSpPr/>
          <p:nvPr/>
        </p:nvSpPr>
        <p:spPr>
          <a:xfrm>
            <a:off x="6539028" y="4050896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三角形 108">
            <a:extLst>
              <a:ext uri="{FF2B5EF4-FFF2-40B4-BE49-F238E27FC236}">
                <a16:creationId xmlns:a16="http://schemas.microsoft.com/office/drawing/2014/main" id="{7B1761B5-F095-A646-98C0-CBD7DBF23939}"/>
              </a:ext>
            </a:extLst>
          </p:cNvPr>
          <p:cNvSpPr/>
          <p:nvPr/>
        </p:nvSpPr>
        <p:spPr>
          <a:xfrm>
            <a:off x="7960100" y="251839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三角形 109">
            <a:extLst>
              <a:ext uri="{FF2B5EF4-FFF2-40B4-BE49-F238E27FC236}">
                <a16:creationId xmlns:a16="http://schemas.microsoft.com/office/drawing/2014/main" id="{F98ABE14-27C3-4C46-BBE3-BE6F069FBE66}"/>
              </a:ext>
            </a:extLst>
          </p:cNvPr>
          <p:cNvSpPr/>
          <p:nvPr/>
        </p:nvSpPr>
        <p:spPr>
          <a:xfrm>
            <a:off x="7665400" y="4518856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三角形 110">
            <a:extLst>
              <a:ext uri="{FF2B5EF4-FFF2-40B4-BE49-F238E27FC236}">
                <a16:creationId xmlns:a16="http://schemas.microsoft.com/office/drawing/2014/main" id="{36564CF7-F62E-3B43-9D51-C4D7A0386CD5}"/>
              </a:ext>
            </a:extLst>
          </p:cNvPr>
          <p:cNvSpPr/>
          <p:nvPr/>
        </p:nvSpPr>
        <p:spPr>
          <a:xfrm>
            <a:off x="7966599" y="4306555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06875D13-A4DE-1346-B08F-50CC86AC469D}"/>
              </a:ext>
            </a:extLst>
          </p:cNvPr>
          <p:cNvSpPr/>
          <p:nvPr/>
        </p:nvSpPr>
        <p:spPr>
          <a:xfrm>
            <a:off x="6342485" y="2685585"/>
            <a:ext cx="162000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三角形 112">
            <a:extLst>
              <a:ext uri="{FF2B5EF4-FFF2-40B4-BE49-F238E27FC236}">
                <a16:creationId xmlns:a16="http://schemas.microsoft.com/office/drawing/2014/main" id="{039CED47-3D57-7D4A-BC9C-703623ABD148}"/>
              </a:ext>
            </a:extLst>
          </p:cNvPr>
          <p:cNvSpPr/>
          <p:nvPr/>
        </p:nvSpPr>
        <p:spPr>
          <a:xfrm>
            <a:off x="6022843" y="2763197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4DD69E78-ABFC-A349-BE2F-0CF5CC127339}"/>
              </a:ext>
            </a:extLst>
          </p:cNvPr>
          <p:cNvSpPr/>
          <p:nvPr/>
        </p:nvSpPr>
        <p:spPr>
          <a:xfrm>
            <a:off x="7053918" y="2754277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9836E3F3-EC47-8940-9BBF-0F2A0CC4C53A}"/>
              </a:ext>
            </a:extLst>
          </p:cNvPr>
          <p:cNvSpPr/>
          <p:nvPr/>
        </p:nvSpPr>
        <p:spPr>
          <a:xfrm>
            <a:off x="7384392" y="3181159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027F3DC9-E77A-9F4E-84AD-17025B009949}"/>
              </a:ext>
            </a:extLst>
          </p:cNvPr>
          <p:cNvSpPr/>
          <p:nvPr/>
        </p:nvSpPr>
        <p:spPr>
          <a:xfrm>
            <a:off x="6884859" y="358155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68D1634D-2E2A-F642-B0D0-5D3275D5D9E8}"/>
              </a:ext>
            </a:extLst>
          </p:cNvPr>
          <p:cNvSpPr/>
          <p:nvPr/>
        </p:nvSpPr>
        <p:spPr>
          <a:xfrm>
            <a:off x="7375926" y="3799228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9A7BFAB3-9760-3E44-8640-DAD8BD859644}"/>
              </a:ext>
            </a:extLst>
          </p:cNvPr>
          <p:cNvSpPr/>
          <p:nvPr/>
        </p:nvSpPr>
        <p:spPr>
          <a:xfrm>
            <a:off x="7680726" y="3463015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2D2F5D34-21F2-5444-B0A9-9AF24FF4CF6C}"/>
              </a:ext>
            </a:extLst>
          </p:cNvPr>
          <p:cNvSpPr/>
          <p:nvPr/>
        </p:nvSpPr>
        <p:spPr>
          <a:xfrm>
            <a:off x="7240459" y="4087094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三角形 119">
            <a:extLst>
              <a:ext uri="{FF2B5EF4-FFF2-40B4-BE49-F238E27FC236}">
                <a16:creationId xmlns:a16="http://schemas.microsoft.com/office/drawing/2014/main" id="{C90D9159-F1B7-934E-8551-A8921B36327D}"/>
              </a:ext>
            </a:extLst>
          </p:cNvPr>
          <p:cNvSpPr/>
          <p:nvPr/>
        </p:nvSpPr>
        <p:spPr>
          <a:xfrm>
            <a:off x="7626592" y="4186437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75FF7A74-B58B-B143-AAEE-968C39D005D5}"/>
              </a:ext>
            </a:extLst>
          </p:cNvPr>
          <p:cNvSpPr/>
          <p:nvPr/>
        </p:nvSpPr>
        <p:spPr>
          <a:xfrm>
            <a:off x="6715252" y="3118342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BE8E95AE-2F5A-D149-A7EF-92F4B7084822}"/>
              </a:ext>
            </a:extLst>
          </p:cNvPr>
          <p:cNvSpPr/>
          <p:nvPr/>
        </p:nvSpPr>
        <p:spPr>
          <a:xfrm>
            <a:off x="6411544" y="3630166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8D01E813-EEF4-4845-862C-842C917BEE0D}"/>
              </a:ext>
            </a:extLst>
          </p:cNvPr>
          <p:cNvSpPr/>
          <p:nvPr/>
        </p:nvSpPr>
        <p:spPr>
          <a:xfrm>
            <a:off x="7031664" y="326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三角形 123">
            <a:extLst>
              <a:ext uri="{FF2B5EF4-FFF2-40B4-BE49-F238E27FC236}">
                <a16:creationId xmlns:a16="http://schemas.microsoft.com/office/drawing/2014/main" id="{16889D25-CFCE-A04F-AE77-698E91FC0343}"/>
              </a:ext>
            </a:extLst>
          </p:cNvPr>
          <p:cNvSpPr/>
          <p:nvPr/>
        </p:nvSpPr>
        <p:spPr>
          <a:xfrm>
            <a:off x="7621190" y="2217663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三角形 124">
            <a:extLst>
              <a:ext uri="{FF2B5EF4-FFF2-40B4-BE49-F238E27FC236}">
                <a16:creationId xmlns:a16="http://schemas.microsoft.com/office/drawing/2014/main" id="{23614B1B-19FF-7047-9043-93D2FE104684}"/>
              </a:ext>
            </a:extLst>
          </p:cNvPr>
          <p:cNvSpPr/>
          <p:nvPr/>
        </p:nvSpPr>
        <p:spPr>
          <a:xfrm>
            <a:off x="7135180" y="2135731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6" name="三角形 125">
            <a:extLst>
              <a:ext uri="{FF2B5EF4-FFF2-40B4-BE49-F238E27FC236}">
                <a16:creationId xmlns:a16="http://schemas.microsoft.com/office/drawing/2014/main" id="{B8971ADB-A24E-D545-8D55-793A2F2938E7}"/>
              </a:ext>
            </a:extLst>
          </p:cNvPr>
          <p:cNvSpPr/>
          <p:nvPr/>
        </p:nvSpPr>
        <p:spPr>
          <a:xfrm>
            <a:off x="6260311" y="4434594"/>
            <a:ext cx="142323" cy="163864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三角形 126">
            <a:extLst>
              <a:ext uri="{FF2B5EF4-FFF2-40B4-BE49-F238E27FC236}">
                <a16:creationId xmlns:a16="http://schemas.microsoft.com/office/drawing/2014/main" id="{A3D97EE9-C81F-FE40-9790-3A75DDD5909B}"/>
              </a:ext>
            </a:extLst>
          </p:cNvPr>
          <p:cNvSpPr/>
          <p:nvPr/>
        </p:nvSpPr>
        <p:spPr>
          <a:xfrm>
            <a:off x="6260617" y="3038071"/>
            <a:ext cx="1440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8" name="直线箭头连接符 127">
            <a:extLst>
              <a:ext uri="{FF2B5EF4-FFF2-40B4-BE49-F238E27FC236}">
                <a16:creationId xmlns:a16="http://schemas.microsoft.com/office/drawing/2014/main" id="{3CA30AE3-BEA3-5248-AF23-6FF674C5989E}"/>
              </a:ext>
            </a:extLst>
          </p:cNvPr>
          <p:cNvCxnSpPr>
            <a:cxnSpLocks/>
          </p:cNvCxnSpPr>
          <p:nvPr/>
        </p:nvCxnSpPr>
        <p:spPr>
          <a:xfrm flipV="1">
            <a:off x="5434808" y="3389654"/>
            <a:ext cx="468000" cy="3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线箭头连接符 128">
            <a:extLst>
              <a:ext uri="{FF2B5EF4-FFF2-40B4-BE49-F238E27FC236}">
                <a16:creationId xmlns:a16="http://schemas.microsoft.com/office/drawing/2014/main" id="{5117CC8D-5218-AF43-92E7-F07E58862EC2}"/>
              </a:ext>
            </a:extLst>
          </p:cNvPr>
          <p:cNvCxnSpPr>
            <a:cxnSpLocks/>
          </p:cNvCxnSpPr>
          <p:nvPr/>
        </p:nvCxnSpPr>
        <p:spPr>
          <a:xfrm flipV="1">
            <a:off x="8234289" y="3379686"/>
            <a:ext cx="46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227B18B1-C550-7945-A0AC-7A860B39A027}"/>
              </a:ext>
            </a:extLst>
          </p:cNvPr>
          <p:cNvSpPr/>
          <p:nvPr/>
        </p:nvSpPr>
        <p:spPr>
          <a:xfrm>
            <a:off x="6288107" y="2620766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44AEA2F5-4FB3-CA42-A68C-7952A638CDBD}"/>
              </a:ext>
            </a:extLst>
          </p:cNvPr>
          <p:cNvSpPr/>
          <p:nvPr/>
        </p:nvSpPr>
        <p:spPr>
          <a:xfrm>
            <a:off x="6185324" y="298582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8" name="直线连接符 187">
            <a:extLst>
              <a:ext uri="{FF2B5EF4-FFF2-40B4-BE49-F238E27FC236}">
                <a16:creationId xmlns:a16="http://schemas.microsoft.com/office/drawing/2014/main" id="{BC0ED914-8636-ED4C-AD60-9FD9F83078E0}"/>
              </a:ext>
            </a:extLst>
          </p:cNvPr>
          <p:cNvCxnSpPr>
            <a:cxnSpLocks/>
            <a:stCxn id="198" idx="4"/>
          </p:cNvCxnSpPr>
          <p:nvPr/>
        </p:nvCxnSpPr>
        <p:spPr>
          <a:xfrm flipH="1">
            <a:off x="8961090" y="2684955"/>
            <a:ext cx="203542" cy="2366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直线连接符 188">
            <a:extLst>
              <a:ext uri="{FF2B5EF4-FFF2-40B4-BE49-F238E27FC236}">
                <a16:creationId xmlns:a16="http://schemas.microsoft.com/office/drawing/2014/main" id="{E2565D3E-48EF-DA48-856E-57762F0035A2}"/>
              </a:ext>
            </a:extLst>
          </p:cNvPr>
          <p:cNvCxnSpPr>
            <a:cxnSpLocks/>
            <a:stCxn id="198" idx="4"/>
          </p:cNvCxnSpPr>
          <p:nvPr/>
        </p:nvCxnSpPr>
        <p:spPr>
          <a:xfrm>
            <a:off x="9164632" y="2684955"/>
            <a:ext cx="234063" cy="23665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B089B14E-A316-7F45-A18C-775B145017C0}"/>
              </a:ext>
            </a:extLst>
          </p:cNvPr>
          <p:cNvCxnSpPr>
            <a:cxnSpLocks/>
            <a:stCxn id="196" idx="4"/>
          </p:cNvCxnSpPr>
          <p:nvPr/>
        </p:nvCxnSpPr>
        <p:spPr>
          <a:xfrm flipH="1">
            <a:off x="8830376" y="3069211"/>
            <a:ext cx="132716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66E485DB-AD9D-0B42-AF99-079F6F7704E1}"/>
              </a:ext>
            </a:extLst>
          </p:cNvPr>
          <p:cNvCxnSpPr>
            <a:cxnSpLocks/>
            <a:stCxn id="196" idx="4"/>
          </p:cNvCxnSpPr>
          <p:nvPr/>
        </p:nvCxnSpPr>
        <p:spPr>
          <a:xfrm>
            <a:off x="8963092" y="3069211"/>
            <a:ext cx="101290" cy="3050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B7DB0A54-8912-DA4B-8499-B84E6EB3C4FC}"/>
              </a:ext>
            </a:extLst>
          </p:cNvPr>
          <p:cNvCxnSpPr>
            <a:cxnSpLocks/>
            <a:stCxn id="197" idx="4"/>
          </p:cNvCxnSpPr>
          <p:nvPr/>
        </p:nvCxnSpPr>
        <p:spPr>
          <a:xfrm flipH="1">
            <a:off x="9313113" y="3069211"/>
            <a:ext cx="87584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提取 192">
            <a:extLst>
              <a:ext uri="{FF2B5EF4-FFF2-40B4-BE49-F238E27FC236}">
                <a16:creationId xmlns:a16="http://schemas.microsoft.com/office/drawing/2014/main" id="{7255CA6C-008E-3347-9C5F-E71BECA4A6E9}"/>
              </a:ext>
            </a:extLst>
          </p:cNvPr>
          <p:cNvSpPr/>
          <p:nvPr/>
        </p:nvSpPr>
        <p:spPr>
          <a:xfrm>
            <a:off x="9003217" y="3384907"/>
            <a:ext cx="147600" cy="130499"/>
          </a:xfrm>
          <a:prstGeom prst="flowChartExtract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4" name="直线连接符 193">
            <a:extLst>
              <a:ext uri="{FF2B5EF4-FFF2-40B4-BE49-F238E27FC236}">
                <a16:creationId xmlns:a16="http://schemas.microsoft.com/office/drawing/2014/main" id="{B03D2846-FC50-2344-A841-B228A790C5C0}"/>
              </a:ext>
            </a:extLst>
          </p:cNvPr>
          <p:cNvCxnSpPr>
            <a:cxnSpLocks/>
            <a:stCxn id="197" idx="4"/>
          </p:cNvCxnSpPr>
          <p:nvPr/>
        </p:nvCxnSpPr>
        <p:spPr>
          <a:xfrm>
            <a:off x="9400697" y="3069211"/>
            <a:ext cx="159365" cy="3050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椭圆 194">
            <a:extLst>
              <a:ext uri="{FF2B5EF4-FFF2-40B4-BE49-F238E27FC236}">
                <a16:creationId xmlns:a16="http://schemas.microsoft.com/office/drawing/2014/main" id="{0BF8BDDA-584B-AC48-8936-66BF68B0338A}"/>
              </a:ext>
            </a:extLst>
          </p:cNvPr>
          <p:cNvSpPr/>
          <p:nvPr/>
        </p:nvSpPr>
        <p:spPr>
          <a:xfrm>
            <a:off x="8758578" y="3374272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6" name="椭圆 195">
            <a:extLst>
              <a:ext uri="{FF2B5EF4-FFF2-40B4-BE49-F238E27FC236}">
                <a16:creationId xmlns:a16="http://schemas.microsoft.com/office/drawing/2014/main" id="{F177630E-CC07-5B42-9B84-2084B13B9460}"/>
              </a:ext>
            </a:extLst>
          </p:cNvPr>
          <p:cNvSpPr/>
          <p:nvPr/>
        </p:nvSpPr>
        <p:spPr>
          <a:xfrm>
            <a:off x="8889292" y="2921611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7" name="椭圆 196">
            <a:extLst>
              <a:ext uri="{FF2B5EF4-FFF2-40B4-BE49-F238E27FC236}">
                <a16:creationId xmlns:a16="http://schemas.microsoft.com/office/drawing/2014/main" id="{1ED97E4B-D3AE-8F4C-A001-198B269A52F4}"/>
              </a:ext>
            </a:extLst>
          </p:cNvPr>
          <p:cNvSpPr/>
          <p:nvPr/>
        </p:nvSpPr>
        <p:spPr>
          <a:xfrm>
            <a:off x="9326897" y="2921611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B8AB4FCA-A1E0-194C-A458-E461BF4D00C4}"/>
              </a:ext>
            </a:extLst>
          </p:cNvPr>
          <p:cNvSpPr/>
          <p:nvPr/>
        </p:nvSpPr>
        <p:spPr>
          <a:xfrm>
            <a:off x="9090832" y="2537355"/>
            <a:ext cx="147600" cy="147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F7540C2C-0293-104F-8C91-4623DAC3A883}"/>
              </a:ext>
            </a:extLst>
          </p:cNvPr>
          <p:cNvCxnSpPr>
            <a:cxnSpLocks/>
            <a:stCxn id="195" idx="4"/>
          </p:cNvCxnSpPr>
          <p:nvPr/>
        </p:nvCxnSpPr>
        <p:spPr>
          <a:xfrm flipH="1">
            <a:off x="8732134" y="3521872"/>
            <a:ext cx="100244" cy="2752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直线连接符 199">
            <a:extLst>
              <a:ext uri="{FF2B5EF4-FFF2-40B4-BE49-F238E27FC236}">
                <a16:creationId xmlns:a16="http://schemas.microsoft.com/office/drawing/2014/main" id="{1A3053C6-7012-2C43-9DE8-20A71CBD25A9}"/>
              </a:ext>
            </a:extLst>
          </p:cNvPr>
          <p:cNvCxnSpPr>
            <a:cxnSpLocks/>
            <a:stCxn id="195" idx="4"/>
          </p:cNvCxnSpPr>
          <p:nvPr/>
        </p:nvCxnSpPr>
        <p:spPr>
          <a:xfrm>
            <a:off x="8832378" y="3521872"/>
            <a:ext cx="119037" cy="2752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椭圆 200">
            <a:extLst>
              <a:ext uri="{FF2B5EF4-FFF2-40B4-BE49-F238E27FC236}">
                <a16:creationId xmlns:a16="http://schemas.microsoft.com/office/drawing/2014/main" id="{91C2B1C6-F944-E343-8BEC-771985D93E3D}"/>
              </a:ext>
            </a:extLst>
          </p:cNvPr>
          <p:cNvSpPr/>
          <p:nvPr/>
        </p:nvSpPr>
        <p:spPr>
          <a:xfrm>
            <a:off x="8650712" y="3816774"/>
            <a:ext cx="147600" cy="147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三角形 201">
            <a:extLst>
              <a:ext uri="{FF2B5EF4-FFF2-40B4-BE49-F238E27FC236}">
                <a16:creationId xmlns:a16="http://schemas.microsoft.com/office/drawing/2014/main" id="{C4B29DF8-F1F9-F740-9B05-CAD372AECA70}"/>
              </a:ext>
            </a:extLst>
          </p:cNvPr>
          <p:cNvSpPr/>
          <p:nvPr/>
        </p:nvSpPr>
        <p:spPr>
          <a:xfrm>
            <a:off x="8889894" y="3827026"/>
            <a:ext cx="147600" cy="129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乘 202">
            <a:extLst>
              <a:ext uri="{FF2B5EF4-FFF2-40B4-BE49-F238E27FC236}">
                <a16:creationId xmlns:a16="http://schemas.microsoft.com/office/drawing/2014/main" id="{71137504-F832-3748-B88C-76FFA64106CD}"/>
              </a:ext>
            </a:extLst>
          </p:cNvPr>
          <p:cNvSpPr/>
          <p:nvPr/>
        </p:nvSpPr>
        <p:spPr>
          <a:xfrm>
            <a:off x="9240837" y="3343512"/>
            <a:ext cx="183600" cy="2412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1D1B2282-2F75-4B40-9A92-FC88BB71F987}"/>
                  </a:ext>
                </a:extLst>
              </p:cNvPr>
              <p:cNvSpPr txBox="1"/>
              <p:nvPr/>
            </p:nvSpPr>
            <p:spPr>
              <a:xfrm>
                <a:off x="8548598" y="3983918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1D1B2282-2F75-4B40-9A92-FC88BB71F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598" y="3983918"/>
                <a:ext cx="367071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圆角矩形 217">
            <a:extLst>
              <a:ext uri="{FF2B5EF4-FFF2-40B4-BE49-F238E27FC236}">
                <a16:creationId xmlns:a16="http://schemas.microsoft.com/office/drawing/2014/main" id="{B55A72B9-6ACE-1940-B8F1-E952D7B75971}"/>
              </a:ext>
            </a:extLst>
          </p:cNvPr>
          <p:cNvSpPr/>
          <p:nvPr/>
        </p:nvSpPr>
        <p:spPr>
          <a:xfrm>
            <a:off x="3485219" y="2624905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9" name="圆角矩形 218">
            <a:extLst>
              <a:ext uri="{FF2B5EF4-FFF2-40B4-BE49-F238E27FC236}">
                <a16:creationId xmlns:a16="http://schemas.microsoft.com/office/drawing/2014/main" id="{C668213F-E974-5941-B73F-9AB5FB5E2C0B}"/>
              </a:ext>
            </a:extLst>
          </p:cNvPr>
          <p:cNvSpPr/>
          <p:nvPr/>
        </p:nvSpPr>
        <p:spPr>
          <a:xfrm>
            <a:off x="3388072" y="299699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0" name="圆角矩形 219">
            <a:extLst>
              <a:ext uri="{FF2B5EF4-FFF2-40B4-BE49-F238E27FC236}">
                <a16:creationId xmlns:a16="http://schemas.microsoft.com/office/drawing/2014/main" id="{30157135-54BA-1E47-AA5D-8E7DA89F52A6}"/>
              </a:ext>
            </a:extLst>
          </p:cNvPr>
          <p:cNvSpPr/>
          <p:nvPr/>
        </p:nvSpPr>
        <p:spPr>
          <a:xfrm>
            <a:off x="4758876" y="4148245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2" name="圆角矩形 221">
            <a:extLst>
              <a:ext uri="{FF2B5EF4-FFF2-40B4-BE49-F238E27FC236}">
                <a16:creationId xmlns:a16="http://schemas.microsoft.com/office/drawing/2014/main" id="{ABF99573-102D-C74F-B0B4-2EEB9997B61C}"/>
              </a:ext>
            </a:extLst>
          </p:cNvPr>
          <p:cNvSpPr/>
          <p:nvPr/>
        </p:nvSpPr>
        <p:spPr>
          <a:xfrm>
            <a:off x="7546369" y="413920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圆角矩形 222">
            <a:extLst>
              <a:ext uri="{FF2B5EF4-FFF2-40B4-BE49-F238E27FC236}">
                <a16:creationId xmlns:a16="http://schemas.microsoft.com/office/drawing/2014/main" id="{277505DC-BB05-0D43-B1FF-44589100C458}"/>
              </a:ext>
            </a:extLst>
          </p:cNvPr>
          <p:cNvSpPr/>
          <p:nvPr/>
        </p:nvSpPr>
        <p:spPr>
          <a:xfrm>
            <a:off x="8629446" y="3792845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4" name="圆角矩形 223">
            <a:extLst>
              <a:ext uri="{FF2B5EF4-FFF2-40B4-BE49-F238E27FC236}">
                <a16:creationId xmlns:a16="http://schemas.microsoft.com/office/drawing/2014/main" id="{255985B1-CFDD-D44C-A888-556D1C1F8255}"/>
              </a:ext>
            </a:extLst>
          </p:cNvPr>
          <p:cNvSpPr/>
          <p:nvPr/>
        </p:nvSpPr>
        <p:spPr>
          <a:xfrm>
            <a:off x="8866908" y="3796387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6020555-6267-D34F-8CCF-1AB2E75E5D6D}"/>
                  </a:ext>
                </a:extLst>
              </p:cNvPr>
              <p:cNvSpPr txBox="1"/>
              <p:nvPr/>
            </p:nvSpPr>
            <p:spPr>
              <a:xfrm>
                <a:off x="3697022" y="2548513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86020555-6267-D34F-8CCF-1AB2E75E5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022" y="2548513"/>
                <a:ext cx="355985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A8B7FA0C-9F37-C140-818D-1A6E83176404}"/>
                  </a:ext>
                </a:extLst>
              </p:cNvPr>
              <p:cNvSpPr txBox="1"/>
              <p:nvPr/>
            </p:nvSpPr>
            <p:spPr>
              <a:xfrm>
                <a:off x="3605153" y="2913494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A8B7FA0C-9F37-C140-818D-1A6E83176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153" y="2913494"/>
                <a:ext cx="355985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F0EC31BA-A0D1-064C-8B9A-07F5E6CBA177}"/>
                  </a:ext>
                </a:extLst>
              </p:cNvPr>
              <p:cNvSpPr txBox="1"/>
              <p:nvPr/>
            </p:nvSpPr>
            <p:spPr>
              <a:xfrm>
                <a:off x="4971313" y="406774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F0EC31BA-A0D1-064C-8B9A-07F5E6CBA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313" y="4067746"/>
                <a:ext cx="355985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3924CBE5-CA5C-7C42-8B3F-45A60E810164}"/>
                  </a:ext>
                </a:extLst>
              </p:cNvPr>
              <p:cNvSpPr txBox="1"/>
              <p:nvPr/>
            </p:nvSpPr>
            <p:spPr>
              <a:xfrm>
                <a:off x="3926011" y="3972343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3924CBE5-CA5C-7C42-8B3F-45A60E810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011" y="3972343"/>
                <a:ext cx="355985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4DEE697C-CEDF-474D-B97C-A6079ACADA1D}"/>
                  </a:ext>
                </a:extLst>
              </p:cNvPr>
              <p:cNvSpPr txBox="1"/>
              <p:nvPr/>
            </p:nvSpPr>
            <p:spPr>
              <a:xfrm>
                <a:off x="4341615" y="265898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4DEE697C-CEDF-474D-B97C-A6079ACAD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615" y="2658986"/>
                <a:ext cx="355985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1E36079-6648-4D46-BD86-83C2062F2196}"/>
                  </a:ext>
                </a:extLst>
              </p:cNvPr>
              <p:cNvSpPr txBox="1"/>
              <p:nvPr/>
            </p:nvSpPr>
            <p:spPr>
              <a:xfrm>
                <a:off x="6505742" y="2548280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81E36079-6648-4D46-BD86-83C2062F2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742" y="2548280"/>
                <a:ext cx="355985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A77DBEB7-1419-B74B-A4DB-492DDE523BB7}"/>
                  </a:ext>
                </a:extLst>
              </p:cNvPr>
              <p:cNvSpPr txBox="1"/>
              <p:nvPr/>
            </p:nvSpPr>
            <p:spPr>
              <a:xfrm>
                <a:off x="6404629" y="291742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A77DBEB7-1419-B74B-A4DB-492DDE523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4629" y="2917426"/>
                <a:ext cx="355985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DD44044-D997-C347-AD1F-541423B62F1B}"/>
                  </a:ext>
                </a:extLst>
              </p:cNvPr>
              <p:cNvSpPr txBox="1"/>
              <p:nvPr/>
            </p:nvSpPr>
            <p:spPr>
              <a:xfrm>
                <a:off x="7165724" y="2673012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9DD44044-D997-C347-AD1F-541423B62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5724" y="2673012"/>
                <a:ext cx="355985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7F8D06AF-7330-9341-821B-17A531B9B8FF}"/>
                  </a:ext>
                </a:extLst>
              </p:cNvPr>
              <p:cNvSpPr txBox="1"/>
              <p:nvPr/>
            </p:nvSpPr>
            <p:spPr>
              <a:xfrm>
                <a:off x="6728731" y="3950496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7F8D06AF-7330-9341-821B-17A531B9B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731" y="3950496"/>
                <a:ext cx="355985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03511F7C-A09B-054D-AC1E-ED2E2A263E21}"/>
                  </a:ext>
                </a:extLst>
              </p:cNvPr>
              <p:cNvSpPr txBox="1"/>
              <p:nvPr/>
            </p:nvSpPr>
            <p:spPr>
              <a:xfrm>
                <a:off x="7761383" y="4050494"/>
                <a:ext cx="35598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dirty="0"/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03511F7C-A09B-054D-AC1E-ED2E2A26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383" y="4050494"/>
                <a:ext cx="355985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圆角矩形 235">
            <a:extLst>
              <a:ext uri="{FF2B5EF4-FFF2-40B4-BE49-F238E27FC236}">
                <a16:creationId xmlns:a16="http://schemas.microsoft.com/office/drawing/2014/main" id="{41FEDE42-9DCB-3343-B49A-4A8A13B8727B}"/>
              </a:ext>
            </a:extLst>
          </p:cNvPr>
          <p:cNvSpPr/>
          <p:nvPr/>
        </p:nvSpPr>
        <p:spPr>
          <a:xfrm>
            <a:off x="8987409" y="3374624"/>
            <a:ext cx="188640" cy="191073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CD3311AE-A7B8-8646-BF08-44BEDDF65902}"/>
              </a:ext>
            </a:extLst>
          </p:cNvPr>
          <p:cNvSpPr/>
          <p:nvPr/>
        </p:nvSpPr>
        <p:spPr>
          <a:xfrm>
            <a:off x="9498674" y="3396334"/>
            <a:ext cx="147600" cy="147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B080BC8F-9768-544F-BCE3-5BF286A69437}"/>
                  </a:ext>
                </a:extLst>
              </p:cNvPr>
              <p:cNvSpPr txBox="1"/>
              <p:nvPr/>
            </p:nvSpPr>
            <p:spPr>
              <a:xfrm>
                <a:off x="8818086" y="3983918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 xmlns="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B080BC8F-9768-544F-BCE3-5BF286A69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8086" y="3983918"/>
                <a:ext cx="367071" cy="2462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508E4AE-B887-794F-9FB7-55B8F122E9DE}"/>
                  </a:ext>
                </a:extLst>
              </p:cNvPr>
              <p:cNvSpPr txBox="1"/>
              <p:nvPr/>
            </p:nvSpPr>
            <p:spPr>
              <a:xfrm>
                <a:off x="8885423" y="3519622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5508E4AE-B887-794F-9FB7-55B8F122E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5423" y="3519622"/>
                <a:ext cx="367071" cy="2462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28BB5EDC-8C9D-9F45-B15E-30C5B99CEF61}"/>
                  </a:ext>
                </a:extLst>
              </p:cNvPr>
              <p:cNvSpPr txBox="1"/>
              <p:nvPr/>
            </p:nvSpPr>
            <p:spPr>
              <a:xfrm>
                <a:off x="9161209" y="3511831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28BB5EDC-8C9D-9F45-B15E-30C5B99CE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209" y="3511831"/>
                <a:ext cx="367071" cy="2462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A9A99132-6CF4-284F-80F7-47CCBF983A97}"/>
                  </a:ext>
                </a:extLst>
              </p:cNvPr>
              <p:cNvSpPr txBox="1"/>
              <p:nvPr/>
            </p:nvSpPr>
            <p:spPr>
              <a:xfrm>
                <a:off x="9428562" y="3511480"/>
                <a:ext cx="3670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1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1000" b="1" i="1" dirty="0"/>
              </a:p>
            </p:txBody>
          </p:sp>
        </mc:Choice>
        <mc:Fallback xmlns=""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A9A99132-6CF4-284F-80F7-47CCBF983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8562" y="3511480"/>
                <a:ext cx="367071" cy="24622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3" name="直线箭头连接符 242">
            <a:extLst>
              <a:ext uri="{FF2B5EF4-FFF2-40B4-BE49-F238E27FC236}">
                <a16:creationId xmlns:a16="http://schemas.microsoft.com/office/drawing/2014/main" id="{47BE8FFB-EB0D-E04C-A966-C9451247D359}"/>
              </a:ext>
            </a:extLst>
          </p:cNvPr>
          <p:cNvCxnSpPr>
            <a:cxnSpLocks/>
          </p:cNvCxnSpPr>
          <p:nvPr/>
        </p:nvCxnSpPr>
        <p:spPr>
          <a:xfrm flipV="1">
            <a:off x="9742474" y="3374704"/>
            <a:ext cx="46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矩形 257">
            <a:extLst>
              <a:ext uri="{FF2B5EF4-FFF2-40B4-BE49-F238E27FC236}">
                <a16:creationId xmlns:a16="http://schemas.microsoft.com/office/drawing/2014/main" id="{46BABEFB-3306-094A-995D-8D858554F025}"/>
              </a:ext>
            </a:extLst>
          </p:cNvPr>
          <p:cNvSpPr/>
          <p:nvPr/>
        </p:nvSpPr>
        <p:spPr>
          <a:xfrm>
            <a:off x="10292518" y="2148072"/>
            <a:ext cx="1513255" cy="2520406"/>
          </a:xfrm>
          <a:prstGeom prst="rect">
            <a:avLst/>
          </a:prstGeom>
          <a:solidFill>
            <a:srgbClr val="FFEFBE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3DC3A4C8-C32F-C24E-A872-219364014C29}"/>
              </a:ext>
            </a:extLst>
          </p:cNvPr>
          <p:cNvSpPr/>
          <p:nvPr/>
        </p:nvSpPr>
        <p:spPr>
          <a:xfrm>
            <a:off x="10397044" y="2380776"/>
            <a:ext cx="162000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0" name="圆角矩形 259">
            <a:extLst>
              <a:ext uri="{FF2B5EF4-FFF2-40B4-BE49-F238E27FC236}">
                <a16:creationId xmlns:a16="http://schemas.microsoft.com/office/drawing/2014/main" id="{500F6A3E-D530-4A4F-BDDE-F3630C075811}"/>
              </a:ext>
            </a:extLst>
          </p:cNvPr>
          <p:cNvSpPr/>
          <p:nvPr/>
        </p:nvSpPr>
        <p:spPr>
          <a:xfrm>
            <a:off x="10332033" y="231595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F591D52-93C1-E547-AA5C-1F26727F8D49}"/>
              </a:ext>
            </a:extLst>
          </p:cNvPr>
          <p:cNvSpPr txBox="1"/>
          <p:nvPr/>
        </p:nvSpPr>
        <p:spPr>
          <a:xfrm>
            <a:off x="10620640" y="2298357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1</a:t>
            </a:r>
            <a:endParaRPr kumimoji="1" lang="zh-CN" altLang="en-US" sz="1400" b="1" i="1" dirty="0"/>
          </a:p>
        </p:txBody>
      </p:sp>
      <p:sp>
        <p:nvSpPr>
          <p:cNvPr id="262" name="三角形 261">
            <a:extLst>
              <a:ext uri="{FF2B5EF4-FFF2-40B4-BE49-F238E27FC236}">
                <a16:creationId xmlns:a16="http://schemas.microsoft.com/office/drawing/2014/main" id="{9B031C86-714F-1F4A-A4A6-871F8EC387A6}"/>
              </a:ext>
            </a:extLst>
          </p:cNvPr>
          <p:cNvSpPr/>
          <p:nvPr/>
        </p:nvSpPr>
        <p:spPr>
          <a:xfrm>
            <a:off x="10424414" y="2892271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圆角矩形 262">
            <a:extLst>
              <a:ext uri="{FF2B5EF4-FFF2-40B4-BE49-F238E27FC236}">
                <a16:creationId xmlns:a16="http://schemas.microsoft.com/office/drawing/2014/main" id="{85293A82-77F1-2144-9452-5E49FE01A4B2}"/>
              </a:ext>
            </a:extLst>
          </p:cNvPr>
          <p:cNvSpPr/>
          <p:nvPr/>
        </p:nvSpPr>
        <p:spPr>
          <a:xfrm>
            <a:off x="10349121" y="2840020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7C120E23-B15D-A04F-B133-3D2598E44B3A}"/>
              </a:ext>
            </a:extLst>
          </p:cNvPr>
          <p:cNvSpPr txBox="1"/>
          <p:nvPr/>
        </p:nvSpPr>
        <p:spPr>
          <a:xfrm>
            <a:off x="10645448" y="283353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2</a:t>
            </a:r>
            <a:endParaRPr kumimoji="1" lang="zh-CN" altLang="en-US" sz="1400" b="1" i="1" dirty="0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3673C198-3A67-F941-9655-162178531672}"/>
              </a:ext>
            </a:extLst>
          </p:cNvPr>
          <p:cNvSpPr/>
          <p:nvPr/>
        </p:nvSpPr>
        <p:spPr>
          <a:xfrm>
            <a:off x="8441561" y="4193894"/>
            <a:ext cx="1595004" cy="373442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0" b="1" dirty="0">
                <a:cs typeface="Times New Roman" panose="02020603050405020304" pitchFamily="18" charset="0"/>
              </a:rPr>
              <a:t>STAIR Rule Tree</a:t>
            </a:r>
            <a:endParaRPr kumimoji="1" lang="zh-CN" altLang="en-US" sz="1000" b="1" dirty="0">
              <a:cs typeface="Times New Roman" panose="02020603050405020304" pitchFamily="18" charset="0"/>
            </a:endParaRPr>
          </a:p>
        </p:txBody>
      </p:sp>
      <p:sp>
        <p:nvSpPr>
          <p:cNvPr id="266" name="三角形 265">
            <a:extLst>
              <a:ext uri="{FF2B5EF4-FFF2-40B4-BE49-F238E27FC236}">
                <a16:creationId xmlns:a16="http://schemas.microsoft.com/office/drawing/2014/main" id="{D0786C4C-47C2-F24E-9000-ECC62FC6C42D}"/>
              </a:ext>
            </a:extLst>
          </p:cNvPr>
          <p:cNvSpPr/>
          <p:nvPr/>
        </p:nvSpPr>
        <p:spPr>
          <a:xfrm>
            <a:off x="10440964" y="3433376"/>
            <a:ext cx="147600" cy="165600"/>
          </a:xfrm>
          <a:prstGeom prst="triangle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圆角矩形 266">
            <a:extLst>
              <a:ext uri="{FF2B5EF4-FFF2-40B4-BE49-F238E27FC236}">
                <a16:creationId xmlns:a16="http://schemas.microsoft.com/office/drawing/2014/main" id="{972F9CE8-50C4-4D4A-9C64-C67049010BF5}"/>
              </a:ext>
            </a:extLst>
          </p:cNvPr>
          <p:cNvSpPr/>
          <p:nvPr/>
        </p:nvSpPr>
        <p:spPr>
          <a:xfrm>
            <a:off x="10371374" y="3375513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FF0C5CDE-80A3-364B-B94B-10278BC70B5B}"/>
              </a:ext>
            </a:extLst>
          </p:cNvPr>
          <p:cNvSpPr txBox="1"/>
          <p:nvPr/>
        </p:nvSpPr>
        <p:spPr>
          <a:xfrm>
            <a:off x="10657335" y="335622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3</a:t>
            </a:r>
            <a:endParaRPr kumimoji="1" lang="zh-CN" altLang="en-US" sz="1400" b="1" i="1" dirty="0"/>
          </a:p>
        </p:txBody>
      </p:sp>
      <p:sp>
        <p:nvSpPr>
          <p:cNvPr id="269" name="乘 268">
            <a:extLst>
              <a:ext uri="{FF2B5EF4-FFF2-40B4-BE49-F238E27FC236}">
                <a16:creationId xmlns:a16="http://schemas.microsoft.com/office/drawing/2014/main" id="{40138506-9C1D-1845-96C1-37EE0410E637}"/>
              </a:ext>
            </a:extLst>
          </p:cNvPr>
          <p:cNvSpPr/>
          <p:nvPr/>
        </p:nvSpPr>
        <p:spPr>
          <a:xfrm>
            <a:off x="10422301" y="3862938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88F98FFF-4D2C-9547-A2CE-B777CD419D44}"/>
              </a:ext>
            </a:extLst>
          </p:cNvPr>
          <p:cNvSpPr txBox="1"/>
          <p:nvPr/>
        </p:nvSpPr>
        <p:spPr>
          <a:xfrm>
            <a:off x="10662691" y="3848929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4</a:t>
            </a:r>
            <a:endParaRPr kumimoji="1" lang="zh-CN" altLang="en-US" sz="1400" b="1" i="1" dirty="0"/>
          </a:p>
        </p:txBody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A4AF85F9-C377-CB4C-A617-1048189800A3}"/>
              </a:ext>
            </a:extLst>
          </p:cNvPr>
          <p:cNvSpPr/>
          <p:nvPr/>
        </p:nvSpPr>
        <p:spPr>
          <a:xfrm>
            <a:off x="10443725" y="4354113"/>
            <a:ext cx="162524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C9C67F14-7E03-9F46-BC27-D419E75622AD}"/>
              </a:ext>
            </a:extLst>
          </p:cNvPr>
          <p:cNvSpPr txBox="1"/>
          <p:nvPr/>
        </p:nvSpPr>
        <p:spPr>
          <a:xfrm>
            <a:off x="10666234" y="4288411"/>
            <a:ext cx="1073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i="1" dirty="0"/>
              <a:t>Rule 5</a:t>
            </a:r>
            <a:endParaRPr kumimoji="1" lang="zh-CN" altLang="en-US" sz="1400" b="1" i="1" dirty="0"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C2123239-8C6F-0743-8C9A-71E762A38D22}"/>
              </a:ext>
            </a:extLst>
          </p:cNvPr>
          <p:cNvSpPr/>
          <p:nvPr/>
        </p:nvSpPr>
        <p:spPr>
          <a:xfrm>
            <a:off x="8591130" y="1472139"/>
            <a:ext cx="2863801" cy="380976"/>
          </a:xfrm>
          <a:prstGeom prst="rect">
            <a:avLst/>
          </a:prstGeom>
          <a:noFill/>
          <a:ln w="1270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cs typeface="Times New Roman" panose="02020603050405020304" pitchFamily="18" charset="0"/>
              </a:rPr>
              <a:t>Outlier Summarization</a:t>
            </a:r>
            <a:endParaRPr kumimoji="1" lang="zh-CN" altLang="en-US" sz="1400" b="1" dirty="0">
              <a:cs typeface="Times New Roman" panose="02020603050405020304" pitchFamily="18" charset="0"/>
            </a:endParaRPr>
          </a:p>
        </p:txBody>
      </p:sp>
      <p:sp>
        <p:nvSpPr>
          <p:cNvPr id="276" name="圆角矩形 275">
            <a:extLst>
              <a:ext uri="{FF2B5EF4-FFF2-40B4-BE49-F238E27FC236}">
                <a16:creationId xmlns:a16="http://schemas.microsoft.com/office/drawing/2014/main" id="{9602F461-F393-AF48-B864-53D1A51AC830}"/>
              </a:ext>
            </a:extLst>
          </p:cNvPr>
          <p:cNvSpPr/>
          <p:nvPr/>
        </p:nvSpPr>
        <p:spPr>
          <a:xfrm rot="5400000">
            <a:off x="5510226" y="3360670"/>
            <a:ext cx="574534" cy="369083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7" name="提取 276">
            <a:extLst>
              <a:ext uri="{FF2B5EF4-FFF2-40B4-BE49-F238E27FC236}">
                <a16:creationId xmlns:a16="http://schemas.microsoft.com/office/drawing/2014/main" id="{E9C13C6B-964E-9242-82B4-6BC0236488D6}"/>
              </a:ext>
            </a:extLst>
          </p:cNvPr>
          <p:cNvSpPr/>
          <p:nvPr/>
        </p:nvSpPr>
        <p:spPr>
          <a:xfrm>
            <a:off x="3811750" y="5049205"/>
            <a:ext cx="147600" cy="169200"/>
          </a:xfrm>
          <a:prstGeom prst="flowChartExtract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8" name="椭圆 277">
            <a:extLst>
              <a:ext uri="{FF2B5EF4-FFF2-40B4-BE49-F238E27FC236}">
                <a16:creationId xmlns:a16="http://schemas.microsoft.com/office/drawing/2014/main" id="{47164F24-EC9E-4446-9E86-32335894BC20}"/>
              </a:ext>
            </a:extLst>
          </p:cNvPr>
          <p:cNvSpPr/>
          <p:nvPr/>
        </p:nvSpPr>
        <p:spPr>
          <a:xfrm>
            <a:off x="5920799" y="5065413"/>
            <a:ext cx="165600" cy="165600"/>
          </a:xfrm>
          <a:prstGeom prst="ellipse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9" name="乘 278">
            <a:extLst>
              <a:ext uri="{FF2B5EF4-FFF2-40B4-BE49-F238E27FC236}">
                <a16:creationId xmlns:a16="http://schemas.microsoft.com/office/drawing/2014/main" id="{E854D887-3D26-8942-81E7-75A6C89566CF}"/>
              </a:ext>
            </a:extLst>
          </p:cNvPr>
          <p:cNvSpPr/>
          <p:nvPr/>
        </p:nvSpPr>
        <p:spPr>
          <a:xfrm>
            <a:off x="4662243" y="4999249"/>
            <a:ext cx="201600" cy="291600"/>
          </a:xfrm>
          <a:prstGeom prst="mathMultiply">
            <a:avLst/>
          </a:prstGeom>
          <a:solidFill>
            <a:srgbClr val="EDB5A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0" name="乘 279">
            <a:extLst>
              <a:ext uri="{FF2B5EF4-FFF2-40B4-BE49-F238E27FC236}">
                <a16:creationId xmlns:a16="http://schemas.microsoft.com/office/drawing/2014/main" id="{7AC26C04-8F44-0045-9747-BC5B281A14F4}"/>
              </a:ext>
            </a:extLst>
          </p:cNvPr>
          <p:cNvSpPr/>
          <p:nvPr/>
        </p:nvSpPr>
        <p:spPr>
          <a:xfrm>
            <a:off x="6681341" y="5006669"/>
            <a:ext cx="201600" cy="291600"/>
          </a:xfrm>
          <a:prstGeom prst="mathMultiply">
            <a:avLst/>
          </a:prstGeom>
          <a:solidFill>
            <a:srgbClr val="8BD49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3573A188-B8B2-2D4F-A090-40DA11A03336}"/>
              </a:ext>
            </a:extLst>
          </p:cNvPr>
          <p:cNvSpPr txBox="1"/>
          <p:nvPr/>
        </p:nvSpPr>
        <p:spPr>
          <a:xfrm>
            <a:off x="3935067" y="5006599"/>
            <a:ext cx="704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C81EAFE5-D4C4-0947-AE32-A8F400D6ACD1}"/>
              </a:ext>
            </a:extLst>
          </p:cNvPr>
          <p:cNvSpPr txBox="1"/>
          <p:nvPr/>
        </p:nvSpPr>
        <p:spPr>
          <a:xfrm>
            <a:off x="4810480" y="5010142"/>
            <a:ext cx="1140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Outlier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8D19A8F8-C595-1E4D-BC3F-3EE254C2CE95}"/>
              </a:ext>
            </a:extLst>
          </p:cNvPr>
          <p:cNvSpPr txBox="1"/>
          <p:nvPr/>
        </p:nvSpPr>
        <p:spPr>
          <a:xfrm>
            <a:off x="6065746" y="5013170"/>
            <a:ext cx="550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824D6A9C-2788-A549-9122-03EC3ACDBCD0}"/>
              </a:ext>
            </a:extLst>
          </p:cNvPr>
          <p:cNvSpPr txBox="1"/>
          <p:nvPr/>
        </p:nvSpPr>
        <p:spPr>
          <a:xfrm>
            <a:off x="6826279" y="5016521"/>
            <a:ext cx="1001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Inlier</a:t>
            </a:r>
            <a:endParaRPr kumimoji="1"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圆角矩形 284">
            <a:extLst>
              <a:ext uri="{FF2B5EF4-FFF2-40B4-BE49-F238E27FC236}">
                <a16:creationId xmlns:a16="http://schemas.microsoft.com/office/drawing/2014/main" id="{F292EC6E-290D-8543-B71F-D76709AFA86A}"/>
              </a:ext>
            </a:extLst>
          </p:cNvPr>
          <p:cNvSpPr/>
          <p:nvPr/>
        </p:nvSpPr>
        <p:spPr>
          <a:xfrm>
            <a:off x="3695414" y="4050896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6" name="圆角矩形 285">
            <a:extLst>
              <a:ext uri="{FF2B5EF4-FFF2-40B4-BE49-F238E27FC236}">
                <a16:creationId xmlns:a16="http://schemas.microsoft.com/office/drawing/2014/main" id="{40770EAB-9B5D-914B-B5D2-99D906B38840}"/>
              </a:ext>
            </a:extLst>
          </p:cNvPr>
          <p:cNvSpPr/>
          <p:nvPr/>
        </p:nvSpPr>
        <p:spPr>
          <a:xfrm>
            <a:off x="6498978" y="4040637"/>
            <a:ext cx="285961" cy="291600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46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40</Words>
  <Application>Microsoft Macintosh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8</cp:revision>
  <dcterms:created xsi:type="dcterms:W3CDTF">2025-05-13T08:53:30Z</dcterms:created>
  <dcterms:modified xsi:type="dcterms:W3CDTF">2025-12-03T14:47:46Z</dcterms:modified>
</cp:coreProperties>
</file>