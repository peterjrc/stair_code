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276"/>
  </p:normalViewPr>
  <p:slideViewPr>
    <p:cSldViewPr snapToGrid="0" snapToObjects="1">
      <p:cViewPr varScale="1">
        <p:scale>
          <a:sx n="126" d="100"/>
          <a:sy n="126" d="100"/>
        </p:scale>
        <p:origin x="2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4A131-6A98-6744-9526-17F838369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31D40C-D72A-A149-ACFF-9830FDB2B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C3761-5BA4-054B-A10E-89F6600A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B7C6E-2340-3440-BBB8-0B98CACE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0F055-E6DC-0742-B065-72511CB2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416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08F6C-60AD-374D-9B73-1F850030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CCEE4-4DF7-0B49-AA42-C820B8A02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7EF1A-BEA0-F543-8E3B-31E6353A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F95BBE-263C-5546-A003-389AB57E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947E14-917F-0C4F-8329-D0A00ED1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620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5830F-8041-D84F-A31F-43C535B25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592D6A-B7A8-2640-912D-16D87E9CC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CD6818-222B-C64D-9DE0-E6889015C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ED579-8256-E747-BC1F-C85D3C173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BAD0A-4941-324F-A988-550D003E8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602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2EF81-E988-E740-A833-CCB56D324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EAD81F-A617-FF41-A803-CC0AF92B0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730A14-E27B-A247-BB8E-46A8E1093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32DBA5-C189-B748-9656-2280D884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C6A48D-2388-994F-BCD8-E600046B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58E444-514B-3849-9DED-CA784178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890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CD2FA-F7DB-1743-AD87-830F5A5A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EF382B-A5BF-1142-A58E-485B3C066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A04AA4-EA33-1B47-A2BE-3C1D63B82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B4C785-C4EF-B243-9956-3561BE510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2D9C58-FF1F-E84B-AE70-6E562C87B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B82EC9-1555-7D48-A793-1BB31B38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32E977-A599-554C-A699-2813EC36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0F467E-FDF1-4042-90E3-1C4669B0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96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C0696C-C925-2E42-AC71-06849B7C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4DC3A8-81B6-074A-A731-9F7AAF06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884BDD-1691-ED42-9B10-BC59A7060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AE251-488E-3E4C-85E1-CA95085B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188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FBBCDF-C3A7-D947-B81F-99F38F05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47B7D4-4C70-8A4E-88FF-552E9594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A48724-76E6-C14B-8118-BCB65967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135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458FF-3DB0-3349-96AF-A336D4ABD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1AC40C-8009-DA42-9557-7E0DA51CD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C5B742-FA69-BC41-A6B8-07557868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D79080-BD85-7D44-81F0-922EA9A0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3E0143-186A-AC40-A9CF-65DA5A099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8CC87-726E-2540-8B73-6546C13B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1384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E1243-AEE1-5F49-BB54-72CB3572D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1EAB8F-0E55-854A-A155-7B169DF6AF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31D511-5B37-A946-808A-6C2074E67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E159A5-0E23-3742-BD9E-33D51E2F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A4F76A-6C25-5E4D-BD62-0CC7A49B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2E5D8A-AFF3-8B45-9332-519ABF97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478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124B6-FFEB-A941-BB88-D82BACF4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00609A-B818-9A4C-827A-8B585D8AB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1D97D1-54B6-0543-A36E-0FF8EE7E8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74C62-2937-854A-95D2-8A19E462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310FA3-DD86-E544-8685-55E6A741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648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E22A6C2-C563-094E-B96B-610BB9F84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8D5328-F165-8740-883F-C0E44D945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C078B8-819D-7C41-A4F9-D8167EDB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5012C-CC0D-1645-AA80-2C369756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9D6B13-CE0A-EE46-B572-030E611E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090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E1C495-D17A-774A-B4F8-2D3753AD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30032F-89F6-4D41-8F77-D8E31010F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8D7AC-79B1-1B4A-A83F-EB71151E8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E7B6D-E2F6-5F4F-B047-9A246D33ADF8}" type="datetimeFigureOut">
              <a:rPr kumimoji="1" lang="zh-CN" altLang="en-US" smtClean="0"/>
              <a:t>2025/2/12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54C55-1498-8D41-8D0C-CE5228530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90931-744D-D945-B025-374C7D223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07D9B-375C-0940-AB10-FB0F0A776A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639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BCD2311A-9C0D-6640-8443-36E7E891A101}"/>
              </a:ext>
            </a:extLst>
          </p:cNvPr>
          <p:cNvCxnSpPr>
            <a:cxnSpLocks/>
          </p:cNvCxnSpPr>
          <p:nvPr/>
        </p:nvCxnSpPr>
        <p:spPr>
          <a:xfrm flipV="1">
            <a:off x="1839951" y="1583473"/>
            <a:ext cx="0" cy="27655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757C573B-BA0C-5641-909A-3D6D201B4838}"/>
              </a:ext>
            </a:extLst>
          </p:cNvPr>
          <p:cNvCxnSpPr>
            <a:cxnSpLocks/>
          </p:cNvCxnSpPr>
          <p:nvPr/>
        </p:nvCxnSpPr>
        <p:spPr>
          <a:xfrm flipV="1">
            <a:off x="1839951" y="4348976"/>
            <a:ext cx="4018156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A601EBB-42D6-BB48-94B1-3F26A0A07ADF}"/>
              </a:ext>
            </a:extLst>
          </p:cNvPr>
          <p:cNvSpPr/>
          <p:nvPr/>
        </p:nvSpPr>
        <p:spPr>
          <a:xfrm>
            <a:off x="1839951" y="1694985"/>
            <a:ext cx="3914078" cy="26539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6492D0E0-CB27-8448-87DC-69D7C69E9F04}"/>
              </a:ext>
            </a:extLst>
          </p:cNvPr>
          <p:cNvCxnSpPr>
            <a:cxnSpLocks/>
          </p:cNvCxnSpPr>
          <p:nvPr/>
        </p:nvCxnSpPr>
        <p:spPr>
          <a:xfrm>
            <a:off x="3796990" y="1694985"/>
            <a:ext cx="0" cy="2653991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E4E3C935-989E-B242-93C2-E292C54505CE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1839953" y="3021981"/>
            <a:ext cx="3914076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5923A6D0-055C-3345-81AB-8A5EDAD6D27B}"/>
              </a:ext>
            </a:extLst>
          </p:cNvPr>
          <p:cNvSpPr/>
          <p:nvPr/>
        </p:nvSpPr>
        <p:spPr>
          <a:xfrm>
            <a:off x="2974624" y="2511329"/>
            <a:ext cx="225283" cy="238538"/>
          </a:xfrm>
          <a:prstGeom prst="ellipse">
            <a:avLst/>
          </a:prstGeom>
          <a:solidFill>
            <a:srgbClr val="00B0F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A34EBDF-FA63-6B40-81E1-23B2081BE77B}"/>
              </a:ext>
            </a:extLst>
          </p:cNvPr>
          <p:cNvSpPr/>
          <p:nvPr/>
        </p:nvSpPr>
        <p:spPr>
          <a:xfrm>
            <a:off x="4831388" y="2000676"/>
            <a:ext cx="225283" cy="238538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CD88E41-4DB8-AD41-A890-CF422E7D4D31}"/>
              </a:ext>
            </a:extLst>
          </p:cNvPr>
          <p:cNvSpPr/>
          <p:nvPr/>
        </p:nvSpPr>
        <p:spPr>
          <a:xfrm>
            <a:off x="2256092" y="3805510"/>
            <a:ext cx="225283" cy="238538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3AE88BA-6782-6A49-952B-5E10ED1358F0}"/>
              </a:ext>
            </a:extLst>
          </p:cNvPr>
          <p:cNvSpPr/>
          <p:nvPr/>
        </p:nvSpPr>
        <p:spPr>
          <a:xfrm>
            <a:off x="4201548" y="3385772"/>
            <a:ext cx="225283" cy="238538"/>
          </a:xfrm>
          <a:prstGeom prst="ellipse">
            <a:avLst/>
          </a:prstGeom>
          <a:solidFill>
            <a:schemeClr val="accent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DBAD83-546C-BC43-B8A3-0EF3784FDE62}"/>
              </a:ext>
            </a:extLst>
          </p:cNvPr>
          <p:cNvSpPr txBox="1"/>
          <p:nvPr/>
        </p:nvSpPr>
        <p:spPr>
          <a:xfrm rot="10800000">
            <a:off x="1389869" y="1963421"/>
            <a:ext cx="461665" cy="19024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b="1" dirty="0"/>
              <a:t>Model Accuracy</a:t>
            </a:r>
            <a:endParaRPr kumimoji="1"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401CF22-F271-814F-8206-F3C4911FF0B5}"/>
              </a:ext>
            </a:extLst>
          </p:cNvPr>
          <p:cNvSpPr txBox="1"/>
          <p:nvPr/>
        </p:nvSpPr>
        <p:spPr>
          <a:xfrm rot="16200000">
            <a:off x="3990230" y="3642064"/>
            <a:ext cx="461665" cy="19024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b="1" dirty="0"/>
              <a:t>Scalability</a:t>
            </a:r>
            <a:endParaRPr kumimoji="1"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E76394E-9A2F-E046-A4A7-A6E1DC21CCD2}"/>
              </a:ext>
            </a:extLst>
          </p:cNvPr>
          <p:cNvSpPr txBox="1"/>
          <p:nvPr/>
        </p:nvSpPr>
        <p:spPr>
          <a:xfrm>
            <a:off x="2167878" y="2209284"/>
            <a:ext cx="2203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/>
              <a:t>Noisy Label Detect</a:t>
            </a:r>
            <a:endParaRPr kumimoji="1" lang="zh-CN" altLang="en-US" sz="14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BE2A6D0-3F88-AE43-905A-61D491F7CF00}"/>
              </a:ext>
            </a:extLst>
          </p:cNvPr>
          <p:cNvSpPr txBox="1"/>
          <p:nvPr/>
        </p:nvSpPr>
        <p:spPr>
          <a:xfrm>
            <a:off x="4699783" y="2244198"/>
            <a:ext cx="2203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/>
              <a:t>ours</a:t>
            </a:r>
            <a:endParaRPr kumimoji="1" lang="zh-CN" altLang="en-US" sz="1400" b="1" dirty="0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E76394E-9A2F-E046-A4A7-A6E1DC21CCD2}"/>
              </a:ext>
            </a:extLst>
          </p:cNvPr>
          <p:cNvSpPr txBox="1"/>
          <p:nvPr/>
        </p:nvSpPr>
        <p:spPr>
          <a:xfrm>
            <a:off x="3785407" y="3617002"/>
            <a:ext cx="2203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b="1" dirty="0"/>
              <a:t>Imbalance Class</a:t>
            </a:r>
            <a:endParaRPr kumimoji="1" lang="zh-CN" altLang="en-US" sz="1400" b="1" dirty="0"/>
          </a:p>
        </p:txBody>
      </p:sp>
      <p:sp>
        <p:nvSpPr>
          <p:cNvPr id="28" name="文本框 24">
            <a:extLst>
              <a:ext uri="{FF2B5EF4-FFF2-40B4-BE49-F238E27FC236}">
                <a16:creationId xmlns:a16="http://schemas.microsoft.com/office/drawing/2014/main" id="{7E76394E-9A2F-E046-A4A7-A6E1DC21CCD2}"/>
              </a:ext>
            </a:extLst>
          </p:cNvPr>
          <p:cNvSpPr txBox="1"/>
          <p:nvPr/>
        </p:nvSpPr>
        <p:spPr>
          <a:xfrm>
            <a:off x="1893599" y="3463112"/>
            <a:ext cx="2203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b="1" dirty="0"/>
              <a:t>Direct Training</a:t>
            </a:r>
            <a:endParaRPr kumimoji="1"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5497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1</cp:revision>
  <dcterms:created xsi:type="dcterms:W3CDTF">2025-02-12T11:48:44Z</dcterms:created>
  <dcterms:modified xsi:type="dcterms:W3CDTF">2025-02-12T11:49:10Z</dcterms:modified>
</cp:coreProperties>
</file>