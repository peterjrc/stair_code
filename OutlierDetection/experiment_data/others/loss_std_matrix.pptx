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65"/>
    <p:restoredTop sz="94621"/>
  </p:normalViewPr>
  <p:slideViewPr>
    <p:cSldViewPr snapToGrid="0" snapToObjects="1">
      <p:cViewPr varScale="1">
        <p:scale>
          <a:sx n="119" d="100"/>
          <a:sy n="119" d="100"/>
        </p:scale>
        <p:origin x="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62580-D450-9C4D-8FE8-4FB0A0C84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0D8298-50BE-FC49-9065-E21C6A4BB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803B04-02D2-7C49-AF7B-216EC120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80CCBC-3EE0-434F-A588-E862AEFB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1E2C2F-5103-5145-B801-63E398EBE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0669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8A463-3FDE-EE49-B224-F100AE51C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8A7501-8E59-7243-A7DD-0003CEBF7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92AC72-2AA8-1D40-B935-BAD230ACF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2D8F7-F080-1B4C-8A21-FBECAA8D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DCC1BA-5C98-CB45-8327-764E237B9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367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873A5-37BE-644E-99AF-612458B04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686E68-A38A-0B46-A7DA-C9ABA62C1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05370-7BD8-C04F-AE7E-A5E4A542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9B8A9D-C9B6-0847-B39B-483A8BE6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6ABEE-142D-3140-BC20-422D52E5C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502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923CD6-6298-1545-A251-D672A9C96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EC6F47-ECA5-E840-B823-7AF7D5EF7F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0FD1E2-6B87-064C-9DF0-2814EA965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3168A2-CED9-314C-8199-5D7B91EC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5F5CF-DA84-FC40-B2D1-F437D188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2A9AFF-B845-984E-BF2A-62DBDFE6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2309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895EB-5E61-C64E-A954-0599BB8A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162199-78A5-DE48-807D-BDF1C828B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269C8D-7125-0F49-B9B4-DD2374A7D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91B9215-C675-5846-AA70-7B61CE90F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F006F5-BE4F-2449-8A86-233DFF138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0CB4C6-E876-DA4E-96EF-AC273DAA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BCEF7-F542-944C-B973-598AF240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DA1A97-7016-884D-9EC5-B98D6019E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668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C5191-869A-724F-8584-4C3DBB46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7FAD46-9CF8-9A4B-9B18-75AD9A6B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6694D1-F283-C54D-B649-81C398DC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AC8632-6DB9-014F-9337-BA172217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989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E32056-6C91-724A-87E7-F94CDE930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AE0B26-A603-B747-85A9-4380BC7B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ECA43-567C-9B46-B904-E47211F0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3825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8FD4D-D6FE-6E48-A887-7FEA0517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86202-20F3-5749-A910-2D545F389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4FDDB2-6598-EB43-A663-6D9543F5E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9E13E9-61F6-894C-9F7A-CF497BD33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08C339-9791-5045-BCB6-AD5DB8FF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7DD0E6-661C-064A-B09A-21BC145E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480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A5700-E245-674F-8344-6A7701582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F490B7-0C6A-9442-A809-89D50497D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BA1548-B147-1746-9B5C-E04FFB410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CD4F2C-6938-F340-A58C-8DE1C0F2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AFCAF8-6C58-9A40-AC26-55D15C73B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BEABEC-5650-0042-B168-DEFE0024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024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849D5-9F9E-FF4A-A27B-1AC43C884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136FDB-E0B1-2B48-9090-165827766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12D05-B8AF-9D4D-BE13-AC5C4E08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FF0214-F6BD-334E-9852-E6E31E1A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08DC7-1D28-DC45-8F05-3EB08213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71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1CB4AE-0896-754E-B74F-F047148DA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627CC5-7049-5E40-82E3-D54F06F1B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0A2F88-FAFD-5D4B-95D5-E9F857D1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CBE024-127F-CA46-8A58-D754F3F7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0DECC1-CB36-5248-B39E-8692D841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933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72123B-878C-5B42-96DA-475FA249E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37C9F7-9C4A-C34C-B4D6-468BC12EC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3AD4DE-EB4E-B442-B564-6B18DBE9D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75DA4-D961-A44D-A1C2-E64DB1E9E876}" type="datetimeFigureOut">
              <a:rPr kumimoji="1" lang="zh-CN" altLang="en-US" smtClean="0"/>
              <a:t>2025/2/23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6A37D2-E1C8-2244-A1FC-A4E723B72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9DB668-BE5E-6248-99BC-8C7EF3EB1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734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A218C9-1938-4642-BB68-ED08320E8DBD}"/>
              </a:ext>
            </a:extLst>
          </p:cNvPr>
          <p:cNvSpPr/>
          <p:nvPr/>
        </p:nvSpPr>
        <p:spPr>
          <a:xfrm>
            <a:off x="172116" y="2975137"/>
            <a:ext cx="10499466" cy="27586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D8338D9-61EA-8A4B-8A27-F3FC4C125A7A}"/>
                  </a:ext>
                </a:extLst>
              </p:cNvPr>
              <p:cNvSpPr/>
              <p:nvPr/>
            </p:nvSpPr>
            <p:spPr>
              <a:xfrm>
                <a:off x="479606" y="3281075"/>
                <a:ext cx="1527585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Labeled </a:t>
                </a:r>
                <a:b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D8338D9-61EA-8A4B-8A27-F3FC4C125A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06" y="3281075"/>
                <a:ext cx="1527585" cy="914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8C14258-B45F-A744-89EF-931684372952}"/>
                  </a:ext>
                </a:extLst>
              </p:cNvPr>
              <p:cNvSpPr/>
              <p:nvPr/>
            </p:nvSpPr>
            <p:spPr>
              <a:xfrm>
                <a:off x="2729077" y="3281075"/>
                <a:ext cx="2515496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LOF predicted Dataset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en-US" altLang="zh-CN" dirty="0"/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8C14258-B45F-A744-89EF-9316843729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077" y="3281075"/>
                <a:ext cx="2515496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EB72E74F-286E-3248-A491-CF6F207A9668}"/>
              </a:ext>
            </a:extLst>
          </p:cNvPr>
          <p:cNvSpPr/>
          <p:nvPr/>
        </p:nvSpPr>
        <p:spPr>
          <a:xfrm>
            <a:off x="5966459" y="3281075"/>
            <a:ext cx="1793610" cy="9144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Mislabel Detection Framework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42C509C-2370-A448-A2CA-33137DA04014}"/>
                  </a:ext>
                </a:extLst>
              </p:cNvPr>
              <p:cNvSpPr/>
              <p:nvPr/>
            </p:nvSpPr>
            <p:spPr>
              <a:xfrm>
                <a:off x="8548074" y="3281075"/>
                <a:ext cx="1793609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Cleaned Dataset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𝑐𝑙𝑒𝑎𝑛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42C509C-2370-A448-A2CA-33137DA040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074" y="3281075"/>
                <a:ext cx="1793609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3D47FA5E-66C8-4E42-98CC-38AE86D892E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007191" y="3738275"/>
            <a:ext cx="7218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D814BE3B-EBF7-1C48-A2FC-56A631A3A33B}"/>
              </a:ext>
            </a:extLst>
          </p:cNvPr>
          <p:cNvCxnSpPr>
            <a:cxnSpLocks/>
          </p:cNvCxnSpPr>
          <p:nvPr/>
        </p:nvCxnSpPr>
        <p:spPr>
          <a:xfrm>
            <a:off x="5244573" y="3738275"/>
            <a:ext cx="7218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3FFDD747-7B2D-B54E-9272-4BF94A30C0AE}"/>
              </a:ext>
            </a:extLst>
          </p:cNvPr>
          <p:cNvCxnSpPr>
            <a:cxnSpLocks/>
          </p:cNvCxnSpPr>
          <p:nvPr/>
        </p:nvCxnSpPr>
        <p:spPr>
          <a:xfrm>
            <a:off x="7760069" y="3738275"/>
            <a:ext cx="78800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7A6BCC81-1BF3-D543-A3F6-39C0587F18B4}"/>
              </a:ext>
            </a:extLst>
          </p:cNvPr>
          <p:cNvCxnSpPr>
            <a:cxnSpLocks/>
          </p:cNvCxnSpPr>
          <p:nvPr/>
        </p:nvCxnSpPr>
        <p:spPr>
          <a:xfrm>
            <a:off x="9429297" y="4195475"/>
            <a:ext cx="0" cy="34424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D4CB0AC1-0F81-164E-BD69-C4F9E26B6F63}"/>
              </a:ext>
            </a:extLst>
          </p:cNvPr>
          <p:cNvSpPr/>
          <p:nvPr/>
        </p:nvSpPr>
        <p:spPr>
          <a:xfrm>
            <a:off x="8548074" y="4555200"/>
            <a:ext cx="1793609" cy="9144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STAIR/L-STAIR</a:t>
            </a:r>
          </a:p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D93A2EC2-1921-294D-9264-776D72330999}"/>
              </a:ext>
            </a:extLst>
          </p:cNvPr>
          <p:cNvCxnSpPr>
            <a:cxnSpLocks/>
          </p:cNvCxnSpPr>
          <p:nvPr/>
        </p:nvCxnSpPr>
        <p:spPr>
          <a:xfrm flipH="1">
            <a:off x="7760068" y="4995367"/>
            <a:ext cx="78800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94FA8CA0-5D1A-C943-A4A3-39C1344F6ECF}"/>
                  </a:ext>
                </a:extLst>
              </p:cNvPr>
              <p:cNvSpPr/>
              <p:nvPr/>
            </p:nvSpPr>
            <p:spPr>
              <a:xfrm>
                <a:off x="5966459" y="4555200"/>
                <a:ext cx="1793610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Set </a:t>
                </a:r>
                <a:endParaRPr kumimoji="1" lang="en-US" altLang="zh-CN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𝑐𝑙𝑒𝑎𝑛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94FA8CA0-5D1A-C943-A4A3-39C1344F6E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459" y="4555200"/>
                <a:ext cx="1793610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14EE95A8-874A-3C42-A21F-F319C34E4E77}"/>
              </a:ext>
            </a:extLst>
          </p:cNvPr>
          <p:cNvSpPr/>
          <p:nvPr/>
        </p:nvSpPr>
        <p:spPr>
          <a:xfrm>
            <a:off x="173908" y="470409"/>
            <a:ext cx="10499466" cy="15950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FD04AF7E-28E4-A048-9B38-166BB0E2E7FD}"/>
                  </a:ext>
                </a:extLst>
              </p:cNvPr>
              <p:cNvSpPr/>
              <p:nvPr/>
            </p:nvSpPr>
            <p:spPr>
              <a:xfrm>
                <a:off x="481398" y="776347"/>
                <a:ext cx="1527585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Labeled </a:t>
                </a:r>
                <a:b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FD04AF7E-28E4-A048-9B38-166BB0E2E7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98" y="776347"/>
                <a:ext cx="1527585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FE66DDEB-D0E2-0142-8B00-59EBFAC13163}"/>
                  </a:ext>
                </a:extLst>
              </p:cNvPr>
              <p:cNvSpPr/>
              <p:nvPr/>
            </p:nvSpPr>
            <p:spPr>
              <a:xfrm>
                <a:off x="2730869" y="776347"/>
                <a:ext cx="2515496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LOF predicted Dataset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en-US" altLang="zh-CN" dirty="0"/>
              </a:p>
            </p:txBody>
          </p:sp>
        </mc:Choice>
        <mc:Fallback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FE66DDEB-D0E2-0142-8B00-59EBFAC131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869" y="776347"/>
                <a:ext cx="2515496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142ED8D-6864-DD4E-9A3C-A065BE6885BA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2008983" y="1233547"/>
            <a:ext cx="7218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6AFC6B02-9F7A-8E4E-BF9D-9654F188EEE2}"/>
              </a:ext>
            </a:extLst>
          </p:cNvPr>
          <p:cNvCxnSpPr>
            <a:cxnSpLocks/>
          </p:cNvCxnSpPr>
          <p:nvPr/>
        </p:nvCxnSpPr>
        <p:spPr>
          <a:xfrm>
            <a:off x="5246365" y="1233547"/>
            <a:ext cx="7218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63597409-1B4F-F94B-A8D4-64CA574CC748}"/>
              </a:ext>
            </a:extLst>
          </p:cNvPr>
          <p:cNvSpPr/>
          <p:nvPr/>
        </p:nvSpPr>
        <p:spPr>
          <a:xfrm>
            <a:off x="5966459" y="793381"/>
            <a:ext cx="1793609" cy="9144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STAIR/L-STAIR</a:t>
            </a:r>
          </a:p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C699C670-844D-A143-BEB9-BE4835B1D506}"/>
                  </a:ext>
                </a:extLst>
              </p:cNvPr>
              <p:cNvSpPr/>
              <p:nvPr/>
            </p:nvSpPr>
            <p:spPr>
              <a:xfrm>
                <a:off x="8478369" y="793381"/>
                <a:ext cx="1793610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Set </a:t>
                </a:r>
                <a:endParaRPr kumimoji="1" lang="en-US" altLang="zh-CN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𝑛𝑜𝑖𝑠𝑦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C699C670-844D-A143-BEB9-BE4835B1D5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369" y="793381"/>
                <a:ext cx="1793610" cy="91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E493788D-4AAA-C748-80BF-AFAA6F55A2A4}"/>
              </a:ext>
            </a:extLst>
          </p:cNvPr>
          <p:cNvCxnSpPr>
            <a:cxnSpLocks/>
          </p:cNvCxnSpPr>
          <p:nvPr/>
        </p:nvCxnSpPr>
        <p:spPr>
          <a:xfrm>
            <a:off x="7758276" y="1250581"/>
            <a:ext cx="7218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下箭头 41">
            <a:extLst>
              <a:ext uri="{FF2B5EF4-FFF2-40B4-BE49-F238E27FC236}">
                <a16:creationId xmlns:a16="http://schemas.microsoft.com/office/drawing/2014/main" id="{95F9735F-D9AE-EB4D-AF2C-9F0B78B47A9F}"/>
              </a:ext>
            </a:extLst>
          </p:cNvPr>
          <p:cNvSpPr/>
          <p:nvPr/>
        </p:nvSpPr>
        <p:spPr>
          <a:xfrm>
            <a:off x="5449530" y="2211346"/>
            <a:ext cx="311972" cy="71000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C1A968-44BC-EF4A-9DD3-260CA207D5DF}"/>
              </a:ext>
            </a:extLst>
          </p:cNvPr>
          <p:cNvSpPr/>
          <p:nvPr/>
        </p:nvSpPr>
        <p:spPr>
          <a:xfrm>
            <a:off x="10697799" y="636501"/>
            <a:ext cx="1774785" cy="122815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Outlier Summarization via Noisy Data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FA5A656-F1D4-0A4F-A49E-59FE425D9EE7}"/>
              </a:ext>
            </a:extLst>
          </p:cNvPr>
          <p:cNvSpPr/>
          <p:nvPr/>
        </p:nvSpPr>
        <p:spPr>
          <a:xfrm>
            <a:off x="10697799" y="3581395"/>
            <a:ext cx="1774785" cy="122815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Outlier Summarization via Cleaned Data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46" name="图形 45" descr="垃圾">
            <a:extLst>
              <a:ext uri="{FF2B5EF4-FFF2-40B4-BE49-F238E27FC236}">
                <a16:creationId xmlns:a16="http://schemas.microsoft.com/office/drawing/2014/main" id="{B473F022-4773-CB48-9B5A-A1C2490935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48583" y="3326085"/>
            <a:ext cx="410975" cy="410975"/>
          </a:xfrm>
          <a:prstGeom prst="rect">
            <a:avLst/>
          </a:prstGeom>
        </p:spPr>
      </p:pic>
      <p:pic>
        <p:nvPicPr>
          <p:cNvPr id="3" name="图形 2" descr="聊天气泡">
            <a:extLst>
              <a:ext uri="{FF2B5EF4-FFF2-40B4-BE49-F238E27FC236}">
                <a16:creationId xmlns:a16="http://schemas.microsoft.com/office/drawing/2014/main" id="{EC6527DC-F1EA-D640-8D65-A9EC91FB2F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47824" y="4582314"/>
            <a:ext cx="454480" cy="454480"/>
          </a:xfrm>
          <a:prstGeom prst="rect">
            <a:avLst/>
          </a:prstGeom>
        </p:spPr>
      </p:pic>
      <p:pic>
        <p:nvPicPr>
          <p:cNvPr id="15" name="图形 14" descr="重复">
            <a:extLst>
              <a:ext uri="{FF2B5EF4-FFF2-40B4-BE49-F238E27FC236}">
                <a16:creationId xmlns:a16="http://schemas.microsoft.com/office/drawing/2014/main" id="{C26AD16C-87C3-9C4C-981F-DD244724DF3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41739" y="3347702"/>
            <a:ext cx="412470" cy="412470"/>
          </a:xfrm>
          <a:prstGeom prst="rect">
            <a:avLst/>
          </a:prstGeom>
        </p:spPr>
      </p:pic>
      <p:pic>
        <p:nvPicPr>
          <p:cNvPr id="33" name="图形 32" descr="重复">
            <a:extLst>
              <a:ext uri="{FF2B5EF4-FFF2-40B4-BE49-F238E27FC236}">
                <a16:creationId xmlns:a16="http://schemas.microsoft.com/office/drawing/2014/main" id="{5D2853C5-6FC0-3E45-861D-AFF2A21ACD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42973" y="845946"/>
            <a:ext cx="412470" cy="412470"/>
          </a:xfrm>
          <a:prstGeom prst="rect">
            <a:avLst/>
          </a:prstGeom>
        </p:spPr>
      </p:pic>
      <p:pic>
        <p:nvPicPr>
          <p:cNvPr id="34" name="图形 33" descr="聊天气泡">
            <a:extLst>
              <a:ext uri="{FF2B5EF4-FFF2-40B4-BE49-F238E27FC236}">
                <a16:creationId xmlns:a16="http://schemas.microsoft.com/office/drawing/2014/main" id="{B10AF5EA-14C9-8143-8F07-91D5E2DA69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67040" y="830924"/>
            <a:ext cx="480954" cy="48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83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44</Words>
  <Application>Microsoft Macintosh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r1jin</dc:creator>
  <cp:lastModifiedBy>r1jin</cp:lastModifiedBy>
  <cp:revision>35</cp:revision>
  <dcterms:created xsi:type="dcterms:W3CDTF">2025-02-12T08:56:19Z</dcterms:created>
  <dcterms:modified xsi:type="dcterms:W3CDTF">2025-02-23T07:32:02Z</dcterms:modified>
</cp:coreProperties>
</file>