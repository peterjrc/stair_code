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F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281"/>
  </p:normalViewPr>
  <p:slideViewPr>
    <p:cSldViewPr snapToGrid="0" snapToObjects="1">
      <p:cViewPr varScale="1">
        <p:scale>
          <a:sx n="127" d="100"/>
          <a:sy n="127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92933-C089-7249-8E62-0640C55EA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410D86-7CDC-924C-A222-A2BBE4E06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81A9A5-9129-1344-8376-42AF566C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1F50-9021-3944-AB3F-4E7D1A5AE923}" type="datetimeFigureOut">
              <a:rPr kumimoji="1" lang="zh-CN" altLang="en-US" smtClean="0"/>
              <a:t>2025/4/25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5D4C65-BB4F-BE4B-B36F-D3634FC4A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14BEA4-1447-D242-8213-AD9E1B69F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1CFC-3A33-C74E-8808-96B19C153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9030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46D50-FA4E-3947-A0EA-F576A993B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DF32DB-14EA-044C-9F95-0B28188EE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209B7C-2A6B-E145-BD42-BFBFDFD7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1F50-9021-3944-AB3F-4E7D1A5AE923}" type="datetimeFigureOut">
              <a:rPr kumimoji="1" lang="zh-CN" altLang="en-US" smtClean="0"/>
              <a:t>2025/4/25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C10083-AF25-1C42-A6ED-03527E31F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6EEB56-CA69-934F-BE3B-3A13965AF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1CFC-3A33-C74E-8808-96B19C153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3641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BD023-23F6-2243-9D6A-4AD50652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2DC67C-3813-3740-8601-D60EB11AB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0339AE-3A28-2942-8B4E-636D097C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1F50-9021-3944-AB3F-4E7D1A5AE923}" type="datetimeFigureOut">
              <a:rPr kumimoji="1" lang="zh-CN" altLang="en-US" smtClean="0"/>
              <a:t>2025/4/25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03CB28-62A9-3F49-B4D7-C6EBC277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D189E0-E354-6845-9D44-E58901BDD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1CFC-3A33-C74E-8808-96B19C153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9986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6C303-33A2-1D41-9CB1-BF8A9DE45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F6CC2-4F8C-1740-B03B-F168CF492E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00354F-775A-9346-A8C4-2B333FEE9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BFE6EF-AFB2-4D44-8DFA-C62905711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1F50-9021-3944-AB3F-4E7D1A5AE923}" type="datetimeFigureOut">
              <a:rPr kumimoji="1" lang="zh-CN" altLang="en-US" smtClean="0"/>
              <a:t>2025/4/25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05FA81-F1AB-B349-AC61-7E23D55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3F7B5F-DFF8-994B-926D-A4FAE2CBB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1CFC-3A33-C74E-8808-96B19C153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9215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1AB487-C565-6D49-8B5A-D365C9F72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FAF65D-AC7D-AC4A-8624-4554F1E54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D74AD2-BD89-B043-9072-69E687701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541EAB-C31D-0D4B-98AB-7269EAD6B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EC4356-27AD-3C4C-98E1-271D53905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5FE2F3-F18F-F742-9A3B-8815424E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1F50-9021-3944-AB3F-4E7D1A5AE923}" type="datetimeFigureOut">
              <a:rPr kumimoji="1" lang="zh-CN" altLang="en-US" smtClean="0"/>
              <a:t>2025/4/25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15F412-20DB-0548-808B-CAB4578E2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8B34BE-803A-4B4A-AC72-4CA3450FA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1CFC-3A33-C74E-8808-96B19C153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0660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09D854-34CA-E247-A84C-722A93CC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F9F24-FDE4-CA48-A497-2004322A1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1F50-9021-3944-AB3F-4E7D1A5AE923}" type="datetimeFigureOut">
              <a:rPr kumimoji="1" lang="zh-CN" altLang="en-US" smtClean="0"/>
              <a:t>2025/4/25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A07ADE-24CA-F148-9B4B-07C0B371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824404-ADEC-6A4D-991D-58C5B27B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1CFC-3A33-C74E-8808-96B19C153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3669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4F4E12-68E9-2E4C-86C7-F858D0507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1F50-9021-3944-AB3F-4E7D1A5AE923}" type="datetimeFigureOut">
              <a:rPr kumimoji="1" lang="zh-CN" altLang="en-US" smtClean="0"/>
              <a:t>2025/4/25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988C97-0FEE-C249-B06B-BB68ED925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AD65B3-1397-4C49-8509-096EAAAB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1CFC-3A33-C74E-8808-96B19C153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5887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F8950-3321-424B-A2CA-A9AB1BA2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2C9A9C-1FFD-174A-B9C1-0970AAED4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9FECE5-58CF-B041-A1AF-C054828B4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F956E4-6FF4-5A42-9901-C25ED19AF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1F50-9021-3944-AB3F-4E7D1A5AE923}" type="datetimeFigureOut">
              <a:rPr kumimoji="1" lang="zh-CN" altLang="en-US" smtClean="0"/>
              <a:t>2025/4/25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0D243B-27CB-FA42-B858-A90EE2BFB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B6FD93-4FF9-2849-BCA3-8FB521E9B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1CFC-3A33-C74E-8808-96B19C153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3204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81CBF-4C7C-E54B-8322-EEC6819E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E1AF6A-96E3-AD47-8B94-D5CA653E6D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F0D8E6-45D5-BB45-B0AC-9B3C99A26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AD774C-BE9F-4B4C-BE34-21C46DA4F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1F50-9021-3944-AB3F-4E7D1A5AE923}" type="datetimeFigureOut">
              <a:rPr kumimoji="1" lang="zh-CN" altLang="en-US" smtClean="0"/>
              <a:t>2025/4/25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0BF2E6-3FF0-124A-9BCF-692F2CFAF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1E6F44-425F-DF46-B034-E61BA8173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1CFC-3A33-C74E-8808-96B19C153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004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D28DF-CF67-5E45-84F9-4C09D5C83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F59CDE-F58C-9F45-BDAB-8C3EEE092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5C0739-F3F7-1A41-9826-AFFD20A8A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1F50-9021-3944-AB3F-4E7D1A5AE923}" type="datetimeFigureOut">
              <a:rPr kumimoji="1" lang="zh-CN" altLang="en-US" smtClean="0"/>
              <a:t>2025/4/25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5B18A8-9980-7341-A064-125A08966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81B621-1EEB-EE4F-A673-4365D404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1CFC-3A33-C74E-8808-96B19C153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0447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76A896B-DF95-8F48-9388-4CB8D2EC4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383363-336B-BC4C-9551-8C5331C95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51812F-3E2E-DA42-BE3C-0BCB1A08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1F50-9021-3944-AB3F-4E7D1A5AE923}" type="datetimeFigureOut">
              <a:rPr kumimoji="1" lang="zh-CN" altLang="en-US" smtClean="0"/>
              <a:t>2025/4/25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1AC5CA-9A6D-2B40-9DBF-F90630A4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FC762A-553E-2C47-AE22-34B40027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1CFC-3A33-C74E-8808-96B19C153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169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79750E-84C3-DE47-BF1B-69980289E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3D5C74-7CB8-3D4E-8691-9E6B1FD39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23090-A378-854F-906B-F3D42EEEE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E1F50-9021-3944-AB3F-4E7D1A5AE923}" type="datetimeFigureOut">
              <a:rPr kumimoji="1" lang="zh-CN" altLang="en-US" smtClean="0"/>
              <a:t>2025/4/25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65F569-CB44-E740-9642-82D04A1B0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4E82A0-1B49-3947-9682-3BEFCBC40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51CFC-3A33-C74E-8808-96B19C153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82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6DAE202-14D7-0345-ACF5-5C9315C575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465588"/>
                  </p:ext>
                </p:extLst>
              </p:nvPr>
            </p:nvGraphicFramePr>
            <p:xfrm>
              <a:off x="577688" y="1497998"/>
              <a:ext cx="1845516" cy="33302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u="none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u="none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u="none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u="none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050337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8842149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5496128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2958863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61172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…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4181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6DAE202-14D7-0345-ACF5-5C9315C575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465588"/>
                  </p:ext>
                </p:extLst>
              </p:nvPr>
            </p:nvGraphicFramePr>
            <p:xfrm>
              <a:off x="577688" y="1497998"/>
              <a:ext cx="1845516" cy="33302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113636" r="-444444" b="-9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223810" r="-444444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309091" r="-444444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409091" r="-444444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509091" r="-444444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638095" r="-444444" b="-5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050337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704545" r="-444444" b="-4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884214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804545" r="-444444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549612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904545" r="-444444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295886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1052381" r="-444444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61172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…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4181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0AE7AB59-7AD9-EC4E-A05E-8D16D8FAA835}"/>
              </a:ext>
            </a:extLst>
          </p:cNvPr>
          <p:cNvCxnSpPr>
            <a:cxnSpLocks/>
          </p:cNvCxnSpPr>
          <p:nvPr/>
        </p:nvCxnSpPr>
        <p:spPr>
          <a:xfrm>
            <a:off x="2454554" y="2921648"/>
            <a:ext cx="433562" cy="13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六边形 5">
            <a:extLst>
              <a:ext uri="{FF2B5EF4-FFF2-40B4-BE49-F238E27FC236}">
                <a16:creationId xmlns:a16="http://schemas.microsoft.com/office/drawing/2014/main" id="{3DFE5B3F-5D6D-5A46-9D0B-7BAB51CD218D}"/>
              </a:ext>
            </a:extLst>
          </p:cNvPr>
          <p:cNvSpPr/>
          <p:nvPr/>
        </p:nvSpPr>
        <p:spPr>
          <a:xfrm>
            <a:off x="2944817" y="2605469"/>
            <a:ext cx="741944" cy="654467"/>
          </a:xfrm>
          <a:prstGeom prst="hexag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484E7C-3CF6-9149-8F38-7B9B030EA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818" y="2690156"/>
            <a:ext cx="485091" cy="4850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61062C6-D366-A144-B702-74FA05281E62}"/>
                  </a:ext>
                </a:extLst>
              </p:cNvPr>
              <p:cNvSpPr txBox="1"/>
              <p:nvPr/>
            </p:nvSpPr>
            <p:spPr>
              <a:xfrm>
                <a:off x="2947580" y="2193617"/>
                <a:ext cx="7537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000" dirty="0"/>
                  <a:t>Network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(.,</m:t>
                      </m:r>
                      <m:sSub>
                        <m:sSubPr>
                          <m:ctrlPr>
                            <a:rPr kumimoji="1" lang="en-US" altLang="zh-C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10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61062C6-D366-A144-B702-74FA05281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580" y="2193617"/>
                <a:ext cx="75373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AB2E8FF9-7857-7743-B793-A5DB5FF98C0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686761" y="1915765"/>
            <a:ext cx="514810" cy="10169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69A704DE-8BE8-B144-A057-5BEA572ADF7A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3686761" y="2932703"/>
            <a:ext cx="521613" cy="12681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4969C6AD-7696-7C43-BE59-55819CB5810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71941" y="1329420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rgbClr val="FFC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…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4969C6AD-7696-7C43-BE59-55819CB5810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71941" y="1329420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rgbClr val="FFC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04" t="-118182" r="-444444" b="-4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04" t="-218182" r="-444444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04" t="-333333" r="-444444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04" t="-413636" r="-444444" b="-1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…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5946C8CF-9C98-2949-A89C-B3CDED821473}"/>
              </a:ext>
            </a:extLst>
          </p:cNvPr>
          <p:cNvSpPr/>
          <p:nvPr/>
        </p:nvSpPr>
        <p:spPr>
          <a:xfrm>
            <a:off x="443934" y="503910"/>
            <a:ext cx="11279853" cy="412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2875208-45BA-2D44-9392-3149A9C5FEEC}"/>
              </a:ext>
            </a:extLst>
          </p:cNvPr>
          <p:cNvSpPr txBox="1"/>
          <p:nvPr/>
        </p:nvSpPr>
        <p:spPr>
          <a:xfrm>
            <a:off x="1983197" y="571239"/>
            <a:ext cx="2663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Loss-Based Sample Selection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055D685-D547-164F-9862-C56D8C532AC5}"/>
              </a:ext>
            </a:extLst>
          </p:cNvPr>
          <p:cNvSpPr/>
          <p:nvPr/>
        </p:nvSpPr>
        <p:spPr>
          <a:xfrm>
            <a:off x="443935" y="495456"/>
            <a:ext cx="11279860" cy="5147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185F3EBA-0C35-254B-8376-9CEAE475755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71941" y="3561351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185F3EBA-0C35-254B-8376-9CEAE475755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71941" y="3561351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118182" r="-444444" b="-3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218182" r="-444444" b="-2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333333" r="-444444" b="-2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413636" r="-44444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513636" r="-44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AC7DBC8-2254-1541-AA24-9741D8768C2D}"/>
              </a:ext>
            </a:extLst>
          </p:cNvPr>
          <p:cNvCxnSpPr>
            <a:cxnSpLocks/>
          </p:cNvCxnSpPr>
          <p:nvPr/>
        </p:nvCxnSpPr>
        <p:spPr>
          <a:xfrm>
            <a:off x="5091843" y="3055199"/>
            <a:ext cx="0" cy="47780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D4F43B3-A2AF-8542-9DEC-1D69A454491E}"/>
              </a:ext>
            </a:extLst>
          </p:cNvPr>
          <p:cNvSpPr txBox="1"/>
          <p:nvPr/>
        </p:nvSpPr>
        <p:spPr>
          <a:xfrm>
            <a:off x="5091843" y="3001199"/>
            <a:ext cx="7537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Loss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9F6EAED-A235-E048-947E-2EB624408B12}"/>
              </a:ext>
            </a:extLst>
          </p:cNvPr>
          <p:cNvSpPr txBox="1"/>
          <p:nvPr/>
        </p:nvSpPr>
        <p:spPr>
          <a:xfrm>
            <a:off x="5104683" y="3329306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Loss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688FA1F1-877B-E846-9A3B-1CA7ADE486D0}"/>
              </a:ext>
            </a:extLst>
          </p:cNvPr>
          <p:cNvCxnSpPr>
            <a:cxnSpLocks/>
          </p:cNvCxnSpPr>
          <p:nvPr/>
        </p:nvCxnSpPr>
        <p:spPr>
          <a:xfrm>
            <a:off x="6396620" y="503910"/>
            <a:ext cx="0" cy="5147554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1DAC64F-335A-3A40-9C79-24BCBA5B332A}"/>
                  </a:ext>
                </a:extLst>
              </p:cNvPr>
              <p:cNvSpPr txBox="1"/>
              <p:nvPr/>
            </p:nvSpPr>
            <p:spPr>
              <a:xfrm>
                <a:off x="1018797" y="1186524"/>
                <a:ext cx="1207994" cy="293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𝒏𝒐𝒊𝒔𝒚</m:t>
                        </m:r>
                      </m:sub>
                    </m:sSub>
                  </m:oMath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1DAC64F-335A-3A40-9C79-24BCBA5B3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97" y="1186524"/>
                <a:ext cx="1207994" cy="293991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74B4F02-577D-764A-9BA7-936AE0C2CF58}"/>
                  </a:ext>
                </a:extLst>
              </p:cNvPr>
              <p:cNvSpPr txBox="1"/>
              <p:nvPr/>
            </p:nvSpPr>
            <p:spPr>
              <a:xfrm>
                <a:off x="4590702" y="1016549"/>
                <a:ext cx="1207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Clean Pool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74B4F02-577D-764A-9BA7-936AE0C2C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702" y="1016549"/>
                <a:ext cx="1207994" cy="276999"/>
              </a:xfrm>
              <a:prstGeom prst="rect">
                <a:avLst/>
              </a:prstGeom>
              <a:blipFill>
                <a:blip r:embed="rId8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D24E986-F35F-C345-B5A1-BC6F62DC902E}"/>
                  </a:ext>
                </a:extLst>
              </p:cNvPr>
              <p:cNvSpPr txBox="1"/>
              <p:nvPr/>
            </p:nvSpPr>
            <p:spPr>
              <a:xfrm>
                <a:off x="4611968" y="5242332"/>
                <a:ext cx="1207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Dirty Pool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D24E986-F35F-C345-B5A1-BC6F62DC9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968" y="5242332"/>
                <a:ext cx="1207994" cy="276999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2FB0A3C3-7E78-FA4E-994C-CF32D64DC08F}"/>
              </a:ext>
            </a:extLst>
          </p:cNvPr>
          <p:cNvCxnSpPr>
            <a:cxnSpLocks/>
          </p:cNvCxnSpPr>
          <p:nvPr/>
        </p:nvCxnSpPr>
        <p:spPr>
          <a:xfrm>
            <a:off x="6149356" y="2200534"/>
            <a:ext cx="50768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六边形 43">
            <a:extLst>
              <a:ext uri="{FF2B5EF4-FFF2-40B4-BE49-F238E27FC236}">
                <a16:creationId xmlns:a16="http://schemas.microsoft.com/office/drawing/2014/main" id="{B13405BC-B7F1-1244-AE75-6D804C77CAEC}"/>
              </a:ext>
            </a:extLst>
          </p:cNvPr>
          <p:cNvSpPr/>
          <p:nvPr/>
        </p:nvSpPr>
        <p:spPr>
          <a:xfrm>
            <a:off x="6669765" y="1875364"/>
            <a:ext cx="741944" cy="654467"/>
          </a:xfrm>
          <a:prstGeom prst="hexag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65FAFEBA-30C1-C440-A73C-4182333B1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766" y="1960051"/>
            <a:ext cx="485091" cy="4850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F391998-6B34-A845-B976-B84147C3593A}"/>
                  </a:ext>
                </a:extLst>
              </p:cNvPr>
              <p:cNvSpPr txBox="1"/>
              <p:nvPr/>
            </p:nvSpPr>
            <p:spPr>
              <a:xfrm>
                <a:off x="6655488" y="1465441"/>
                <a:ext cx="7537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Network 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(.,</m:t>
                      </m:r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F391998-6B34-A845-B976-B84147C35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488" y="1465441"/>
                <a:ext cx="75373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0EDCE53C-58A4-5F4F-B942-F353875DC74A}"/>
              </a:ext>
            </a:extLst>
          </p:cNvPr>
          <p:cNvCxnSpPr>
            <a:cxnSpLocks/>
          </p:cNvCxnSpPr>
          <p:nvPr/>
        </p:nvCxnSpPr>
        <p:spPr>
          <a:xfrm>
            <a:off x="6378383" y="3329306"/>
            <a:ext cx="5345404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777B487D-DC73-5442-8654-4B4FBAD69090}"/>
              </a:ext>
            </a:extLst>
          </p:cNvPr>
          <p:cNvCxnSpPr>
            <a:cxnSpLocks/>
          </p:cNvCxnSpPr>
          <p:nvPr/>
        </p:nvCxnSpPr>
        <p:spPr>
          <a:xfrm>
            <a:off x="7432056" y="2203564"/>
            <a:ext cx="34894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0B5F9F0A-0630-6649-9FD9-D4B040BB8768}"/>
              </a:ext>
            </a:extLst>
          </p:cNvPr>
          <p:cNvCxnSpPr>
            <a:cxnSpLocks/>
          </p:cNvCxnSpPr>
          <p:nvPr/>
        </p:nvCxnSpPr>
        <p:spPr>
          <a:xfrm flipV="1">
            <a:off x="7840798" y="1614749"/>
            <a:ext cx="0" cy="8218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6087295E-6C7E-A443-8969-376A6F7349CD}"/>
              </a:ext>
            </a:extLst>
          </p:cNvPr>
          <p:cNvCxnSpPr>
            <a:cxnSpLocks/>
          </p:cNvCxnSpPr>
          <p:nvPr/>
        </p:nvCxnSpPr>
        <p:spPr>
          <a:xfrm flipV="1">
            <a:off x="7837472" y="2436552"/>
            <a:ext cx="843023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706900F0-679D-6A43-81C0-A4E174BE43DE}"/>
              </a:ext>
            </a:extLst>
          </p:cNvPr>
          <p:cNvSpPr txBox="1"/>
          <p:nvPr/>
        </p:nvSpPr>
        <p:spPr>
          <a:xfrm>
            <a:off x="7881714" y="2455228"/>
            <a:ext cx="831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i="1" dirty="0">
                <a:solidFill>
                  <a:srgbClr val="FF0000"/>
                </a:solidFill>
              </a:rPr>
              <a:t>STOP ?</a:t>
            </a:r>
            <a:endParaRPr kumimoji="1" lang="zh-CN" altLang="en-US" sz="1200" b="1" i="1" dirty="0">
              <a:solidFill>
                <a:srgbClr val="FF0000"/>
              </a:solidFill>
            </a:endParaRPr>
          </a:p>
        </p:txBody>
      </p:sp>
      <p:sp>
        <p:nvSpPr>
          <p:cNvPr id="58" name="任意形状 57">
            <a:extLst>
              <a:ext uri="{FF2B5EF4-FFF2-40B4-BE49-F238E27FC236}">
                <a16:creationId xmlns:a16="http://schemas.microsoft.com/office/drawing/2014/main" id="{1ACE6E38-AE75-CF42-B026-11030102EAF1}"/>
              </a:ext>
            </a:extLst>
          </p:cNvPr>
          <p:cNvSpPr/>
          <p:nvPr/>
        </p:nvSpPr>
        <p:spPr>
          <a:xfrm>
            <a:off x="7863187" y="1883549"/>
            <a:ext cx="729205" cy="544020"/>
          </a:xfrm>
          <a:custGeom>
            <a:avLst/>
            <a:gdLst>
              <a:gd name="connsiteX0" fmla="*/ 0 w 729205"/>
              <a:gd name="connsiteY0" fmla="*/ 532445 h 544020"/>
              <a:gd name="connsiteX1" fmla="*/ 162046 w 729205"/>
              <a:gd name="connsiteY1" fmla="*/ 10 h 544020"/>
              <a:gd name="connsiteX2" fmla="*/ 729205 w 729205"/>
              <a:gd name="connsiteY2" fmla="*/ 544020 h 544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9205" h="544020">
                <a:moveTo>
                  <a:pt x="0" y="532445"/>
                </a:moveTo>
                <a:cubicBezTo>
                  <a:pt x="20256" y="265263"/>
                  <a:pt x="40512" y="-1919"/>
                  <a:pt x="162046" y="10"/>
                </a:cubicBezTo>
                <a:cubicBezTo>
                  <a:pt x="283580" y="1939"/>
                  <a:pt x="506392" y="272979"/>
                  <a:pt x="729205" y="544020"/>
                </a:cubicBezTo>
              </a:path>
            </a:pathLst>
          </a:custGeom>
          <a:solidFill>
            <a:schemeClr val="bg2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329148F-AA33-F34A-A5C7-B62B82EE2EB0}"/>
              </a:ext>
            </a:extLst>
          </p:cNvPr>
          <p:cNvSpPr txBox="1"/>
          <p:nvPr/>
        </p:nvSpPr>
        <p:spPr>
          <a:xfrm>
            <a:off x="7828438" y="1647598"/>
            <a:ext cx="8835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kumimoji="1"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FADBCD2E-D4C6-1D4A-BD12-96F33226925C}"/>
              </a:ext>
            </a:extLst>
          </p:cNvPr>
          <p:cNvCxnSpPr>
            <a:cxnSpLocks/>
          </p:cNvCxnSpPr>
          <p:nvPr/>
        </p:nvCxnSpPr>
        <p:spPr>
          <a:xfrm>
            <a:off x="8592392" y="2216264"/>
            <a:ext cx="50768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7271A1EE-F0AA-6C4F-A5DC-301EC4CBA70B}"/>
              </a:ext>
            </a:extLst>
          </p:cNvPr>
          <p:cNvSpPr txBox="1"/>
          <p:nvPr/>
        </p:nvSpPr>
        <p:spPr>
          <a:xfrm>
            <a:off x="8611950" y="1985793"/>
            <a:ext cx="487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/>
              <a:t>Yes</a:t>
            </a:r>
            <a:endParaRPr kumimoji="1" lang="zh-CN" altLang="en-US" sz="1000" b="1" i="1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208A2D0D-8C47-404F-B890-8A6CF3D3E1A9}"/>
              </a:ext>
            </a:extLst>
          </p:cNvPr>
          <p:cNvCxnSpPr>
            <a:cxnSpLocks/>
          </p:cNvCxnSpPr>
          <p:nvPr/>
        </p:nvCxnSpPr>
        <p:spPr>
          <a:xfrm>
            <a:off x="9137677" y="495456"/>
            <a:ext cx="0" cy="283385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F3B071FA-143E-1D48-B987-CA10646BB8A9}"/>
              </a:ext>
            </a:extLst>
          </p:cNvPr>
          <p:cNvSpPr txBox="1"/>
          <p:nvPr/>
        </p:nvSpPr>
        <p:spPr>
          <a:xfrm>
            <a:off x="6568923" y="571239"/>
            <a:ext cx="2481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Loss-Entropy Early-stopping</a:t>
            </a:r>
            <a:endParaRPr kumimoji="1"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6" name="表格 85">
                <a:extLst>
                  <a:ext uri="{FF2B5EF4-FFF2-40B4-BE49-F238E27FC236}">
                    <a16:creationId xmlns:a16="http://schemas.microsoft.com/office/drawing/2014/main" id="{6FE9B88A-108C-074B-9DB4-D20C523A488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66316" y="3562763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6" name="表格 85">
                <a:extLst>
                  <a:ext uri="{FF2B5EF4-FFF2-40B4-BE49-F238E27FC236}">
                    <a16:creationId xmlns:a16="http://schemas.microsoft.com/office/drawing/2014/main" id="{6FE9B88A-108C-074B-9DB4-D20C523A488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66316" y="3562763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571" t="-118182" r="-428571" b="-3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571" t="-218182" r="-428571" b="-2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571" t="-333333" r="-428571" b="-2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571" t="-413636" r="-42857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571" t="-513636" r="-4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A633145D-686E-4C43-8260-30161BFDF987}"/>
                  </a:ext>
                </a:extLst>
              </p:cNvPr>
              <p:cNvSpPr txBox="1"/>
              <p:nvPr/>
            </p:nvSpPr>
            <p:spPr>
              <a:xfrm>
                <a:off x="7906343" y="5243744"/>
                <a:ext cx="1207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A633145D-686E-4C43-8260-30161BFDF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343" y="5243744"/>
                <a:ext cx="1207994" cy="276999"/>
              </a:xfrm>
              <a:prstGeom prst="rect">
                <a:avLst/>
              </a:prstGeom>
              <a:blipFill>
                <a:blip r:embed="rId12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E0881762-98D3-5941-8025-CCB7DD14438E}"/>
              </a:ext>
            </a:extLst>
          </p:cNvPr>
          <p:cNvCxnSpPr>
            <a:cxnSpLocks/>
          </p:cNvCxnSpPr>
          <p:nvPr/>
        </p:nvCxnSpPr>
        <p:spPr>
          <a:xfrm>
            <a:off x="6156247" y="4423035"/>
            <a:ext cx="122687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872CF2F5-0B44-8442-ACA8-4D9179C7A52C}"/>
                  </a:ext>
                </a:extLst>
              </p:cNvPr>
              <p:cNvSpPr txBox="1"/>
              <p:nvPr/>
            </p:nvSpPr>
            <p:spPr>
              <a:xfrm>
                <a:off x="6462160" y="4176814"/>
                <a:ext cx="78784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1000" b="1" i="1" smtClean="0">
                          <a:latin typeface="Cambria Math" panose="02040503050406030204" pitchFamily="18" charset="0"/>
                        </a:rPr>
                        <m:t>𝜵</m:t>
                      </m:r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1000" b="1" i="1" smtClean="0">
                          <a:latin typeface="Cambria Math" panose="02040503050406030204" pitchFamily="18" charset="0"/>
                        </a:rPr>
                        <m:t>(.,</m:t>
                      </m:r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872CF2F5-0B44-8442-ACA8-4D9179C7A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160" y="4176814"/>
                <a:ext cx="787843" cy="246221"/>
              </a:xfrm>
              <a:prstGeom prst="rect">
                <a:avLst/>
              </a:prstGeom>
              <a:blipFill>
                <a:blip r:embed="rId1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28C63FBE-9AED-E84D-8011-B48700BFADCB}"/>
              </a:ext>
            </a:extLst>
          </p:cNvPr>
          <p:cNvCxnSpPr/>
          <p:nvPr/>
        </p:nvCxnSpPr>
        <p:spPr>
          <a:xfrm>
            <a:off x="7016339" y="2585794"/>
            <a:ext cx="11655" cy="1583087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8EA339A5-84AF-0E45-A27C-5B82B56B925D}"/>
              </a:ext>
            </a:extLst>
          </p:cNvPr>
          <p:cNvCxnSpPr>
            <a:cxnSpLocks/>
          </p:cNvCxnSpPr>
          <p:nvPr/>
        </p:nvCxnSpPr>
        <p:spPr>
          <a:xfrm flipV="1">
            <a:off x="8309928" y="1149120"/>
            <a:ext cx="0" cy="326153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FCE8FABB-6FC1-F041-AC01-889B5C91FA57}"/>
              </a:ext>
            </a:extLst>
          </p:cNvPr>
          <p:cNvCxnSpPr>
            <a:cxnSpLocks/>
          </p:cNvCxnSpPr>
          <p:nvPr/>
        </p:nvCxnSpPr>
        <p:spPr>
          <a:xfrm>
            <a:off x="6971236" y="1158378"/>
            <a:ext cx="134705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E82E2364-C573-B54B-8FE2-EDFB89ECA8D6}"/>
              </a:ext>
            </a:extLst>
          </p:cNvPr>
          <p:cNvCxnSpPr>
            <a:cxnSpLocks/>
          </p:cNvCxnSpPr>
          <p:nvPr/>
        </p:nvCxnSpPr>
        <p:spPr>
          <a:xfrm>
            <a:off x="6971236" y="1164880"/>
            <a:ext cx="0" cy="300561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C25A7E2D-EA2A-0F4F-97E3-9D4473585513}"/>
              </a:ext>
            </a:extLst>
          </p:cNvPr>
          <p:cNvSpPr txBox="1"/>
          <p:nvPr/>
        </p:nvSpPr>
        <p:spPr>
          <a:xfrm>
            <a:off x="7409636" y="1157577"/>
            <a:ext cx="487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/>
              <a:t>No</a:t>
            </a:r>
            <a:endParaRPr kumimoji="1" lang="zh-CN" altLang="en-US" sz="1000" b="1" i="1" dirty="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89F041B0-A441-0645-88A0-501A3C38DA97}"/>
              </a:ext>
            </a:extLst>
          </p:cNvPr>
          <p:cNvSpPr txBox="1"/>
          <p:nvPr/>
        </p:nvSpPr>
        <p:spPr>
          <a:xfrm>
            <a:off x="7006312" y="3025693"/>
            <a:ext cx="1369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</a:t>
            </a:r>
            <a:r>
              <a:rPr kumimoji="1"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kumimoji="1"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8" name="表格 107">
                <a:extLst>
                  <a:ext uri="{FF2B5EF4-FFF2-40B4-BE49-F238E27FC236}">
                    <a16:creationId xmlns:a16="http://schemas.microsoft.com/office/drawing/2014/main" id="{2C11797C-D104-3B40-B629-3EFD82FDC52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262386" y="1611056"/>
              <a:ext cx="1845516" cy="11357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8" name="表格 107">
                <a:extLst>
                  <a:ext uri="{FF2B5EF4-FFF2-40B4-BE49-F238E27FC236}">
                    <a16:creationId xmlns:a16="http://schemas.microsoft.com/office/drawing/2014/main" id="{2C11797C-D104-3B40-B629-3EFD82FDC52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262386" y="1611056"/>
              <a:ext cx="1845516" cy="11357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3704" t="-118182" r="-44444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3704" t="-218182" r="-44444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3704" t="-318182" r="-44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3E02D941-1669-1E48-8306-8CE6F86C6456}"/>
                  </a:ext>
                </a:extLst>
              </p:cNvPr>
              <p:cNvSpPr txBox="1"/>
              <p:nvPr/>
            </p:nvSpPr>
            <p:spPr>
              <a:xfrm>
                <a:off x="9380370" y="1295529"/>
                <a:ext cx="16356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Misclassified Set </a:t>
                </a:r>
                <a14:m>
                  <m:oMath xmlns:m="http://schemas.openxmlformats.org/officeDocument/2006/math">
                    <m:r>
                      <a:rPr kumimoji="1" lang="en-US" altLang="zh-CN" sz="1200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3E02D941-1669-1E48-8306-8CE6F86C6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370" y="1295529"/>
                <a:ext cx="1635663" cy="276999"/>
              </a:xfrm>
              <a:prstGeom prst="rect">
                <a:avLst/>
              </a:prstGeom>
              <a:blipFill>
                <a:blip r:embed="rId1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1" name="曲线连接符 200">
            <a:extLst>
              <a:ext uri="{FF2B5EF4-FFF2-40B4-BE49-F238E27FC236}">
                <a16:creationId xmlns:a16="http://schemas.microsoft.com/office/drawing/2014/main" id="{44F304B7-3A79-D644-9DEC-85084301D01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46547" y="2150787"/>
            <a:ext cx="1782396" cy="1759978"/>
          </a:xfrm>
          <a:prstGeom prst="curvedConnector4">
            <a:avLst>
              <a:gd name="adj1" fmla="val 34071"/>
              <a:gd name="adj2" fmla="val 112989"/>
            </a:avLst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曲线连接符 201">
            <a:extLst>
              <a:ext uri="{FF2B5EF4-FFF2-40B4-BE49-F238E27FC236}">
                <a16:creationId xmlns:a16="http://schemas.microsoft.com/office/drawing/2014/main" id="{2C39D88D-2830-A64D-A7F3-43991FC19C4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41629" y="2440838"/>
            <a:ext cx="1782396" cy="1759978"/>
          </a:xfrm>
          <a:prstGeom prst="curvedConnector4">
            <a:avLst>
              <a:gd name="adj1" fmla="val 34071"/>
              <a:gd name="adj2" fmla="val 112989"/>
            </a:avLst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曲线连接符 202">
            <a:extLst>
              <a:ext uri="{FF2B5EF4-FFF2-40B4-BE49-F238E27FC236}">
                <a16:creationId xmlns:a16="http://schemas.microsoft.com/office/drawing/2014/main" id="{BB881F20-6CA9-4041-B877-1A294EA5EEF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51463" y="2725974"/>
            <a:ext cx="1782396" cy="1759978"/>
          </a:xfrm>
          <a:prstGeom prst="curvedConnector4">
            <a:avLst>
              <a:gd name="adj1" fmla="val 34071"/>
              <a:gd name="adj2" fmla="val 112989"/>
            </a:avLst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8" name="左大括号 207">
            <a:extLst>
              <a:ext uri="{FF2B5EF4-FFF2-40B4-BE49-F238E27FC236}">
                <a16:creationId xmlns:a16="http://schemas.microsoft.com/office/drawing/2014/main" id="{93CD8F26-5E9D-2D48-AE0F-6B346FC77853}"/>
              </a:ext>
            </a:extLst>
          </p:cNvPr>
          <p:cNvSpPr/>
          <p:nvPr/>
        </p:nvSpPr>
        <p:spPr>
          <a:xfrm>
            <a:off x="7383121" y="3886455"/>
            <a:ext cx="131466" cy="821432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C43EFFF5-1A51-9E4A-9FB9-E1114D77B709}"/>
              </a:ext>
            </a:extLst>
          </p:cNvPr>
          <p:cNvSpPr txBox="1"/>
          <p:nvPr/>
        </p:nvSpPr>
        <p:spPr>
          <a:xfrm>
            <a:off x="6479457" y="4438339"/>
            <a:ext cx="904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top-k</a:t>
            </a:r>
            <a:endParaRPr kumimoji="1"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5CC95944-ECE8-D04E-A856-DBC253D8E3BC}"/>
              </a:ext>
            </a:extLst>
          </p:cNvPr>
          <p:cNvSpPr txBox="1"/>
          <p:nvPr/>
        </p:nvSpPr>
        <p:spPr>
          <a:xfrm>
            <a:off x="9048206" y="570744"/>
            <a:ext cx="2805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Misclassified Pool Generation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02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6DAE202-14D7-0345-ACF5-5C9315C575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6909076"/>
                  </p:ext>
                </p:extLst>
              </p:nvPr>
            </p:nvGraphicFramePr>
            <p:xfrm>
              <a:off x="577688" y="1497998"/>
              <a:ext cx="1845516" cy="33302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u="none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u="none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u="none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u="none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050337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8842149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5496128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2958863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61172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…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4181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6DAE202-14D7-0345-ACF5-5C9315C575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6909076"/>
                  </p:ext>
                </p:extLst>
              </p:nvPr>
            </p:nvGraphicFramePr>
            <p:xfrm>
              <a:off x="577688" y="1497998"/>
              <a:ext cx="1845516" cy="33302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113636" r="-444444" b="-9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223810" r="-444444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309091" r="-444444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409091" r="-444444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509091" r="-444444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638095" r="-444444" b="-5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050337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704545" r="-444444" b="-4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884214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804545" r="-444444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549612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904545" r="-444444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295886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1052381" r="-444444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61172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…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4181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0AE7AB59-7AD9-EC4E-A05E-8D16D8FAA835}"/>
              </a:ext>
            </a:extLst>
          </p:cNvPr>
          <p:cNvCxnSpPr>
            <a:cxnSpLocks/>
          </p:cNvCxnSpPr>
          <p:nvPr/>
        </p:nvCxnSpPr>
        <p:spPr>
          <a:xfrm>
            <a:off x="2454554" y="2921648"/>
            <a:ext cx="433562" cy="13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六边形 5">
            <a:extLst>
              <a:ext uri="{FF2B5EF4-FFF2-40B4-BE49-F238E27FC236}">
                <a16:creationId xmlns:a16="http://schemas.microsoft.com/office/drawing/2014/main" id="{3DFE5B3F-5D6D-5A46-9D0B-7BAB51CD218D}"/>
              </a:ext>
            </a:extLst>
          </p:cNvPr>
          <p:cNvSpPr/>
          <p:nvPr/>
        </p:nvSpPr>
        <p:spPr>
          <a:xfrm>
            <a:off x="2934769" y="2665758"/>
            <a:ext cx="570518" cy="518840"/>
          </a:xfrm>
          <a:prstGeom prst="hexag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484E7C-3CF6-9149-8F38-7B9B030EA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456" y="2765091"/>
            <a:ext cx="320173" cy="3201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61062C6-D366-A144-B702-74FA05281E62}"/>
                  </a:ext>
                </a:extLst>
              </p:cNvPr>
              <p:cNvSpPr txBox="1"/>
              <p:nvPr/>
            </p:nvSpPr>
            <p:spPr>
              <a:xfrm>
                <a:off x="2854900" y="2254013"/>
                <a:ext cx="7537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000" dirty="0"/>
                  <a:t>Network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(.,</m:t>
                      </m:r>
                      <m:sSub>
                        <m:sSubPr>
                          <m:ctrlPr>
                            <a:rPr kumimoji="1" lang="en-US" altLang="zh-C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1000" b="1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61062C6-D366-A144-B702-74FA05281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900" y="2254013"/>
                <a:ext cx="75373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4969C6AD-7696-7C43-BE59-55819CB581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4163093"/>
                  </p:ext>
                </p:extLst>
              </p:nvPr>
            </p:nvGraphicFramePr>
            <p:xfrm>
              <a:off x="4271941" y="1329420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…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4969C6AD-7696-7C43-BE59-55819CB581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4163093"/>
                  </p:ext>
                </p:extLst>
              </p:nvPr>
            </p:nvGraphicFramePr>
            <p:xfrm>
              <a:off x="4271941" y="1329420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04" t="-118182" r="-444444" b="-4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04" t="-218182" r="-444444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04" t="-333333" r="-444444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04" t="-413636" r="-444444" b="-1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…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5946C8CF-9C98-2949-A89C-B3CDED821473}"/>
              </a:ext>
            </a:extLst>
          </p:cNvPr>
          <p:cNvSpPr/>
          <p:nvPr/>
        </p:nvSpPr>
        <p:spPr>
          <a:xfrm>
            <a:off x="443934" y="503910"/>
            <a:ext cx="11279853" cy="412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2875208-45BA-2D44-9392-3149A9C5FEEC}"/>
              </a:ext>
            </a:extLst>
          </p:cNvPr>
          <p:cNvSpPr txBox="1"/>
          <p:nvPr/>
        </p:nvSpPr>
        <p:spPr>
          <a:xfrm>
            <a:off x="1983197" y="571239"/>
            <a:ext cx="2663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Loss-Based Sample Selection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055D685-D547-164F-9862-C56D8C532AC5}"/>
              </a:ext>
            </a:extLst>
          </p:cNvPr>
          <p:cNvSpPr/>
          <p:nvPr/>
        </p:nvSpPr>
        <p:spPr>
          <a:xfrm>
            <a:off x="443935" y="495456"/>
            <a:ext cx="11279860" cy="5147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185F3EBA-0C35-254B-8376-9CEAE47575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671755"/>
                  </p:ext>
                </p:extLst>
              </p:nvPr>
            </p:nvGraphicFramePr>
            <p:xfrm>
              <a:off x="4271941" y="3561351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185F3EBA-0C35-254B-8376-9CEAE47575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671755"/>
                  </p:ext>
                </p:extLst>
              </p:nvPr>
            </p:nvGraphicFramePr>
            <p:xfrm>
              <a:off x="4271941" y="3561351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118182" r="-444444" b="-3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218182" r="-444444" b="-2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333333" r="-444444" b="-2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413636" r="-44444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513636" r="-44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AC7DBC8-2254-1541-AA24-9741D8768C2D}"/>
              </a:ext>
            </a:extLst>
          </p:cNvPr>
          <p:cNvCxnSpPr>
            <a:cxnSpLocks/>
          </p:cNvCxnSpPr>
          <p:nvPr/>
        </p:nvCxnSpPr>
        <p:spPr>
          <a:xfrm>
            <a:off x="5091843" y="3055199"/>
            <a:ext cx="0" cy="47780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D4F43B3-A2AF-8542-9DEC-1D69A454491E}"/>
              </a:ext>
            </a:extLst>
          </p:cNvPr>
          <p:cNvSpPr txBox="1"/>
          <p:nvPr/>
        </p:nvSpPr>
        <p:spPr>
          <a:xfrm>
            <a:off x="5091843" y="3001199"/>
            <a:ext cx="7569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Loss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9F6EAED-A235-E048-947E-2EB624408B12}"/>
              </a:ext>
            </a:extLst>
          </p:cNvPr>
          <p:cNvSpPr txBox="1"/>
          <p:nvPr/>
        </p:nvSpPr>
        <p:spPr>
          <a:xfrm>
            <a:off x="5104683" y="3329306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Loss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688FA1F1-877B-E846-9A3B-1CA7ADE486D0}"/>
              </a:ext>
            </a:extLst>
          </p:cNvPr>
          <p:cNvCxnSpPr>
            <a:cxnSpLocks/>
          </p:cNvCxnSpPr>
          <p:nvPr/>
        </p:nvCxnSpPr>
        <p:spPr>
          <a:xfrm>
            <a:off x="6396620" y="503910"/>
            <a:ext cx="0" cy="5147554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1DAC64F-335A-3A40-9C79-24BCBA5B332A}"/>
                  </a:ext>
                </a:extLst>
              </p:cNvPr>
              <p:cNvSpPr txBox="1"/>
              <p:nvPr/>
            </p:nvSpPr>
            <p:spPr>
              <a:xfrm>
                <a:off x="1018797" y="1186524"/>
                <a:ext cx="1207994" cy="293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𝒏𝒐𝒊𝒔𝒚</m:t>
                        </m:r>
                      </m:sub>
                    </m:sSub>
                  </m:oMath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1DAC64F-335A-3A40-9C79-24BCBA5B3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97" y="1186524"/>
                <a:ext cx="1207994" cy="293991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74B4F02-577D-764A-9BA7-936AE0C2CF58}"/>
                  </a:ext>
                </a:extLst>
              </p:cNvPr>
              <p:cNvSpPr txBox="1"/>
              <p:nvPr/>
            </p:nvSpPr>
            <p:spPr>
              <a:xfrm>
                <a:off x="4590702" y="1016549"/>
                <a:ext cx="1207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Clean Pool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74B4F02-577D-764A-9BA7-936AE0C2C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702" y="1016549"/>
                <a:ext cx="1207994" cy="276999"/>
              </a:xfrm>
              <a:prstGeom prst="rect">
                <a:avLst/>
              </a:prstGeom>
              <a:blipFill>
                <a:blip r:embed="rId8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D24E986-F35F-C345-B5A1-BC6F62DC902E}"/>
                  </a:ext>
                </a:extLst>
              </p:cNvPr>
              <p:cNvSpPr txBox="1"/>
              <p:nvPr/>
            </p:nvSpPr>
            <p:spPr>
              <a:xfrm>
                <a:off x="4611968" y="5242332"/>
                <a:ext cx="1207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Dirty Pool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D24E986-F35F-C345-B5A1-BC6F62DC9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968" y="5242332"/>
                <a:ext cx="1207994" cy="276999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2FB0A3C3-7E78-FA4E-994C-CF32D64DC08F}"/>
              </a:ext>
            </a:extLst>
          </p:cNvPr>
          <p:cNvCxnSpPr>
            <a:cxnSpLocks/>
          </p:cNvCxnSpPr>
          <p:nvPr/>
        </p:nvCxnSpPr>
        <p:spPr>
          <a:xfrm>
            <a:off x="6149356" y="2200534"/>
            <a:ext cx="50768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F3B071FA-143E-1D48-B987-CA10646BB8A9}"/>
              </a:ext>
            </a:extLst>
          </p:cNvPr>
          <p:cNvSpPr txBox="1"/>
          <p:nvPr/>
        </p:nvSpPr>
        <p:spPr>
          <a:xfrm>
            <a:off x="6568923" y="571239"/>
            <a:ext cx="2481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Contrastive Label Correction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8" name="表格 107">
                <a:extLst>
                  <a:ext uri="{FF2B5EF4-FFF2-40B4-BE49-F238E27FC236}">
                    <a16:creationId xmlns:a16="http://schemas.microsoft.com/office/drawing/2014/main" id="{2C11797C-D104-3B40-B629-3EFD82FDC5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0243254"/>
                  </p:ext>
                </p:extLst>
              </p:nvPr>
            </p:nvGraphicFramePr>
            <p:xfrm>
              <a:off x="9784899" y="1611056"/>
              <a:ext cx="1845516" cy="11357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8" name="表格 107">
                <a:extLst>
                  <a:ext uri="{FF2B5EF4-FFF2-40B4-BE49-F238E27FC236}">
                    <a16:creationId xmlns:a16="http://schemas.microsoft.com/office/drawing/2014/main" id="{2C11797C-D104-3B40-B629-3EFD82FDC5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0243254"/>
                  </p:ext>
                </p:extLst>
              </p:nvPr>
            </p:nvGraphicFramePr>
            <p:xfrm>
              <a:off x="9784899" y="1611056"/>
              <a:ext cx="1845516" cy="11357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704" t="-118182" r="-44444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704" t="-218182" r="-44444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704" t="-318182" r="-44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3E02D941-1669-1E48-8306-8CE6F86C6456}"/>
                  </a:ext>
                </a:extLst>
              </p:cNvPr>
              <p:cNvSpPr txBox="1"/>
              <p:nvPr/>
            </p:nvSpPr>
            <p:spPr>
              <a:xfrm>
                <a:off x="9902883" y="1295529"/>
                <a:ext cx="16356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Misclassified Set </a:t>
                </a:r>
                <a14:m>
                  <m:oMath xmlns:m="http://schemas.openxmlformats.org/officeDocument/2006/math">
                    <m:r>
                      <a:rPr kumimoji="1" lang="en-US" altLang="zh-CN" sz="1200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3E02D941-1669-1E48-8306-8CE6F86C6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883" y="1295529"/>
                <a:ext cx="1635663" cy="276999"/>
              </a:xfrm>
              <a:prstGeom prst="rect">
                <a:avLst/>
              </a:prstGeom>
              <a:blipFill>
                <a:blip r:embed="rId11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文本框 211">
            <a:extLst>
              <a:ext uri="{FF2B5EF4-FFF2-40B4-BE49-F238E27FC236}">
                <a16:creationId xmlns:a16="http://schemas.microsoft.com/office/drawing/2014/main" id="{5CC95944-ECE8-D04E-A856-DBC253D8E3BC}"/>
              </a:ext>
            </a:extLst>
          </p:cNvPr>
          <p:cNvSpPr txBox="1"/>
          <p:nvPr/>
        </p:nvSpPr>
        <p:spPr>
          <a:xfrm>
            <a:off x="9048206" y="570744"/>
            <a:ext cx="2805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 Detection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1B5BB342-F312-8E48-8D5E-33EC12DE289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505287" y="1865551"/>
            <a:ext cx="706729" cy="1059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306FBA5B-6F2B-824A-9972-94FB2DB4697C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3505287" y="2925178"/>
            <a:ext cx="706729" cy="127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六边形 74">
            <a:extLst>
              <a:ext uri="{FF2B5EF4-FFF2-40B4-BE49-F238E27FC236}">
                <a16:creationId xmlns:a16="http://schemas.microsoft.com/office/drawing/2014/main" id="{40EA7E61-26FE-C648-8352-BE7EABA30D40}"/>
              </a:ext>
            </a:extLst>
          </p:cNvPr>
          <p:cNvSpPr/>
          <p:nvPr/>
        </p:nvSpPr>
        <p:spPr>
          <a:xfrm>
            <a:off x="6694538" y="1943956"/>
            <a:ext cx="570518" cy="518840"/>
          </a:xfrm>
          <a:prstGeom prst="hexag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C254FED0-4CE9-7549-AD9B-57B08744A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225" y="2043289"/>
            <a:ext cx="320173" cy="3201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03CC8AC9-2614-7143-9548-2779CE26A742}"/>
                  </a:ext>
                </a:extLst>
              </p:cNvPr>
              <p:cNvSpPr txBox="1"/>
              <p:nvPr/>
            </p:nvSpPr>
            <p:spPr>
              <a:xfrm>
                <a:off x="6614669" y="1532211"/>
                <a:ext cx="7537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000" dirty="0"/>
                  <a:t>Network 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(.,</m:t>
                      </m:r>
                      <m:sSub>
                        <m:sSubPr>
                          <m:ctrlPr>
                            <a:rPr kumimoji="1" lang="en-US" altLang="zh-C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1000" b="1" dirty="0"/>
              </a:p>
            </p:txBody>
          </p:sp>
        </mc:Choice>
        <mc:Fallback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03CC8AC9-2614-7143-9548-2779CE26A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669" y="1532211"/>
                <a:ext cx="753732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667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16199</TotalTime>
  <Words>149</Words>
  <Application>Microsoft Macintosh PowerPoint</Application>
  <PresentationFormat>宽屏</PresentationFormat>
  <Paragraphs>96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r1jin</dc:creator>
  <cp:lastModifiedBy>r1jin</cp:lastModifiedBy>
  <cp:revision>8</cp:revision>
  <dcterms:created xsi:type="dcterms:W3CDTF">2025-03-19T08:17:01Z</dcterms:created>
  <dcterms:modified xsi:type="dcterms:W3CDTF">2025-05-06T15:50:50Z</dcterms:modified>
</cp:coreProperties>
</file>